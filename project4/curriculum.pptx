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4" y="-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7E90CC-63F3-46A1-BA19-AB149F8AF875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0F0EA6A-6FDD-433A-9A0F-824C885F4719}">
      <dgm:prSet phldrT="[Text]" custT="1"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sz="2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Curriculum</a:t>
          </a:r>
          <a:endParaRPr lang="en-US" sz="24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E65C55-5846-42AE-B83C-10EB59ECC5C0}" type="parTrans" cxnId="{902B5AE7-37EA-444B-A58D-8559005C10C0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8AB226A-2C6C-4AC6-B306-8B5788CA106C}" type="sibTrans" cxnId="{902B5AE7-37EA-444B-A58D-8559005C10C0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FEC1EE-F6D3-4D20-94D9-735581EE27F5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First Semester</a:t>
          </a:r>
          <a:endParaRPr lang="en-US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A685B6-3E7A-4525-9FEE-907365D63AA9}" type="parTrans" cxnId="{E3E6F202-681B-4EB0-A138-E3431499C7C2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DAC7E6-C0AA-4F85-BD39-9FF32D147A7B}" type="sibTrans" cxnId="{E3E6F202-681B-4EB0-A138-E3431499C7C2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D3BC026-A6BB-4E2B-B141-3B498CB0CDB4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Second Semester</a:t>
          </a:r>
          <a:endParaRPr lang="en-US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B0DDAE-7F87-4556-AA91-DDA540529AF2}" type="parTrans" cxnId="{CA7DE9D0-27ED-4AF4-9901-0CD90583723F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25E7D09-8816-4A84-8D25-925FB35EB6ED}" type="sibTrans" cxnId="{CA7DE9D0-27ED-4AF4-9901-0CD90583723F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171ED0-1608-4A38-8443-FB698379C9B8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Foundations of Data Science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A8FBD43-D956-46FB-A8E6-5CBD3000539D}" type="parTrans" cxnId="{FAE4B1AB-B261-47F5-B2E6-8589568C3840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9C8B6B1-EEAA-41D1-A5E7-79128B4610C6}" type="sibTrans" cxnId="{FAE4B1AB-B261-47F5-B2E6-8589568C3840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1E33E6-C3C9-4B8D-8502-47D3F1EAF1F4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Analytics and Visualization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FA5911-F968-4E6C-8F3C-AACD8A3A67C5}" type="parTrans" cxnId="{0F23DD8F-879C-441C-9B74-BD9A54831B01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72C853-BCB7-4B59-B189-5FBF1BDABECD}" type="sibTrans" cxnId="{0F23DD8F-879C-441C-9B74-BD9A54831B01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1174F4-B07F-4C15-AF98-FB0158A5A9FF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Soft Skills for Effective Teamwork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98EEA04-0C03-4B0B-882E-ED3AE4D8EC0F}" type="parTrans" cxnId="{84242BCA-9DA7-4420-B6AC-02A52F5DE31E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E7A8B3-8A05-4EC8-8A00-442E2812FFD7}" type="sibTrans" cxnId="{84242BCA-9DA7-4420-B6AC-02A52F5DE31E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358E6D-0138-4092-8145-EB4B0FF05CC0}">
      <dgm:prSet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Applied Data Science and Machine Learning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641730-1B8A-4EA2-98E7-EF29C0F9D363}" type="parTrans" cxnId="{9D54AE3F-4350-480D-AB43-13996B88275F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69EF2C-4C47-4029-84BC-85A23A6A92F5}" type="sibTrans" cxnId="{9D54AE3F-4350-480D-AB43-13996B88275F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15343B0-E920-4C4F-A16A-F9C37A273619}">
      <dgm:prSet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Business Strategy and Problem-Solving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033343-C793-4FD6-B75A-1FED831A31FF}" type="parTrans" cxnId="{4966E7F8-045E-4C1B-889F-574557536C13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E12078-7ED4-4596-8AA1-94CC69A51C5B}" type="sibTrans" cxnId="{4966E7F8-045E-4C1B-889F-574557536C13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9A397E-A671-4FE6-A88A-626870484DAE}">
      <dgm:prSet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Leadership and Communication in the Workplace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893C985-7ACE-4150-A5BF-ED4E59748214}" type="parTrans" cxnId="{4EC07CAF-5CD8-4E1E-AECA-DB3665353730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33342B-BE05-4F7C-8DB7-2EDE5B21DB7C}" type="sibTrans" cxnId="{4EC07CAF-5CD8-4E1E-AECA-DB3665353730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6BCB48-AF8E-4FFF-8364-2E7CA6BAB8BF}">
      <dgm:prSet custT="1"/>
      <dgm:spPr/>
      <dgm:t>
        <a:bodyPr/>
        <a:lstStyle/>
        <a:p>
          <a:r>
            <a: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Third Semester</a:t>
          </a:r>
          <a:endParaRPr lang="en-US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082D1A6-5043-45CB-8652-3B7A031E4C7A}" type="parTrans" cxnId="{94046A2F-2331-4D35-AA9B-92DC36FC761B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4877D6A-D568-4E88-A66A-90305C46D7FA}" type="sibTrans" cxnId="{94046A2F-2331-4D35-AA9B-92DC36FC761B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716C31-9CF3-41B8-9CAA-A38813DC23FA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Advanced Topics in Artificial Intelligence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FC663D-373B-4669-8CA2-F3428BA0A08A}" type="parTrans" cxnId="{2BFD6F2B-4226-45B1-9BCC-20431CE522FD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716DCE-027C-437B-9529-2EFCA8FEAA9E}" type="sibTrans" cxnId="{2BFD6F2B-4226-45B1-9BCC-20431CE522FD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8CEF4B-8123-4350-8310-E22B826F1728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Advanced Skills for Project Management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6A246D-F936-4A36-8BEE-CE7B53F1DDAF}" type="parTrans" cxnId="{B6B963DD-F720-41CD-BDEE-ED184FD4C48B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5E98D3-DD9F-4A2A-8DF6-EAA3E1239646}" type="sibTrans" cxnId="{B6B963DD-F720-41CD-BDEE-ED184FD4C48B}">
      <dgm:prSet/>
      <dgm:spPr/>
      <dgm:t>
        <a:bodyPr/>
        <a:lstStyle/>
        <a:p>
          <a:endParaRPr lang="en-US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6968954-8BEA-43B3-8F83-A17D664E63E5}" type="pres">
      <dgm:prSet presAssocID="{C67E90CC-63F3-46A1-BA19-AB149F8AF87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FA32FD5-2C03-4214-868E-52EAA97A19EC}" type="pres">
      <dgm:prSet presAssocID="{D0F0EA6A-6FDD-433A-9A0F-824C885F4719}" presName="hierRoot1" presStyleCnt="0">
        <dgm:presLayoutVars>
          <dgm:hierBranch val="init"/>
        </dgm:presLayoutVars>
      </dgm:prSet>
      <dgm:spPr/>
    </dgm:pt>
    <dgm:pt modelId="{60A14509-322F-4386-825D-A5FE313AE58A}" type="pres">
      <dgm:prSet presAssocID="{D0F0EA6A-6FDD-433A-9A0F-824C885F4719}" presName="rootComposite1" presStyleCnt="0"/>
      <dgm:spPr/>
    </dgm:pt>
    <dgm:pt modelId="{44B6C4D6-DB85-4367-AABA-05CB53957BED}" type="pres">
      <dgm:prSet presAssocID="{D0F0EA6A-6FDD-433A-9A0F-824C885F4719}" presName="rootText1" presStyleLbl="node0" presStyleIdx="0" presStyleCnt="1">
        <dgm:presLayoutVars>
          <dgm:chPref val="3"/>
        </dgm:presLayoutVars>
      </dgm:prSet>
      <dgm:spPr>
        <a:prstGeom prst="roundRect">
          <a:avLst/>
        </a:prstGeom>
      </dgm:spPr>
    </dgm:pt>
    <dgm:pt modelId="{3B6B313F-66EF-4A15-9341-859FF3BCC7BD}" type="pres">
      <dgm:prSet presAssocID="{D0F0EA6A-6FDD-433A-9A0F-824C885F4719}" presName="rootConnector1" presStyleLbl="node1" presStyleIdx="0" presStyleCnt="0"/>
      <dgm:spPr/>
    </dgm:pt>
    <dgm:pt modelId="{3D318297-12E1-45C1-AB92-061C6CF3DBCF}" type="pres">
      <dgm:prSet presAssocID="{D0F0EA6A-6FDD-433A-9A0F-824C885F4719}" presName="hierChild2" presStyleCnt="0"/>
      <dgm:spPr/>
    </dgm:pt>
    <dgm:pt modelId="{2E5CCF79-7307-4FFA-AFEB-45C70DC3B314}" type="pres">
      <dgm:prSet presAssocID="{60A685B6-3E7A-4525-9FEE-907365D63AA9}" presName="Name37" presStyleLbl="parChTrans1D2" presStyleIdx="0" presStyleCnt="3"/>
      <dgm:spPr/>
    </dgm:pt>
    <dgm:pt modelId="{6C6FDC97-34C2-462A-8AD0-CCDC91DB37C0}" type="pres">
      <dgm:prSet presAssocID="{20FEC1EE-F6D3-4D20-94D9-735581EE27F5}" presName="hierRoot2" presStyleCnt="0">
        <dgm:presLayoutVars>
          <dgm:hierBranch val="init"/>
        </dgm:presLayoutVars>
      </dgm:prSet>
      <dgm:spPr/>
    </dgm:pt>
    <dgm:pt modelId="{8912ACF5-43D6-42DF-A1B1-7E09A70E6EE6}" type="pres">
      <dgm:prSet presAssocID="{20FEC1EE-F6D3-4D20-94D9-735581EE27F5}" presName="rootComposite" presStyleCnt="0"/>
      <dgm:spPr/>
    </dgm:pt>
    <dgm:pt modelId="{51F03882-54EB-4BD8-8205-494B9964EEDB}" type="pres">
      <dgm:prSet presAssocID="{20FEC1EE-F6D3-4D20-94D9-735581EE27F5}" presName="rootText" presStyleLbl="node2" presStyleIdx="0" presStyleCnt="3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436B1DB4-25F7-489C-AEC9-53FA639EAEAA}" type="pres">
      <dgm:prSet presAssocID="{20FEC1EE-F6D3-4D20-94D9-735581EE27F5}" presName="rootConnector" presStyleLbl="node2" presStyleIdx="0" presStyleCnt="3"/>
      <dgm:spPr/>
    </dgm:pt>
    <dgm:pt modelId="{C12E91BB-88A2-4C2D-AFB6-B027021D82C0}" type="pres">
      <dgm:prSet presAssocID="{20FEC1EE-F6D3-4D20-94D9-735581EE27F5}" presName="hierChild4" presStyleCnt="0"/>
      <dgm:spPr/>
    </dgm:pt>
    <dgm:pt modelId="{02726245-9F8E-48DB-87DB-8B6E29EF06C5}" type="pres">
      <dgm:prSet presAssocID="{0A8FBD43-D956-46FB-A8E6-5CBD3000539D}" presName="Name37" presStyleLbl="parChTrans1D3" presStyleIdx="0" presStyleCnt="8"/>
      <dgm:spPr/>
    </dgm:pt>
    <dgm:pt modelId="{BB6041B9-826D-4A9E-A15A-B0CAD6726127}" type="pres">
      <dgm:prSet presAssocID="{E6171ED0-1608-4A38-8443-FB698379C9B8}" presName="hierRoot2" presStyleCnt="0">
        <dgm:presLayoutVars>
          <dgm:hierBranch/>
        </dgm:presLayoutVars>
      </dgm:prSet>
      <dgm:spPr/>
    </dgm:pt>
    <dgm:pt modelId="{78B5E7C5-9172-44E5-A533-40235AFED0A1}" type="pres">
      <dgm:prSet presAssocID="{E6171ED0-1608-4A38-8443-FB698379C9B8}" presName="rootComposite" presStyleCnt="0"/>
      <dgm:spPr/>
    </dgm:pt>
    <dgm:pt modelId="{E9588AC1-C7CF-4C0E-8D3A-55FE08ACB2E6}" type="pres">
      <dgm:prSet presAssocID="{E6171ED0-1608-4A38-8443-FB698379C9B8}" presName="rootText" presStyleLbl="node3" presStyleIdx="0" presStyleCnt="8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9759393A-7E64-46BE-976E-6B2A6E81C392}" type="pres">
      <dgm:prSet presAssocID="{E6171ED0-1608-4A38-8443-FB698379C9B8}" presName="rootConnector" presStyleLbl="node3" presStyleIdx="0" presStyleCnt="8"/>
      <dgm:spPr/>
    </dgm:pt>
    <dgm:pt modelId="{C1BD1CE8-85E3-44BD-AF77-12787CAEFC29}" type="pres">
      <dgm:prSet presAssocID="{E6171ED0-1608-4A38-8443-FB698379C9B8}" presName="hierChild4" presStyleCnt="0"/>
      <dgm:spPr/>
    </dgm:pt>
    <dgm:pt modelId="{18ACD277-F096-4B38-86B4-BABC0F962B2A}" type="pres">
      <dgm:prSet presAssocID="{E6171ED0-1608-4A38-8443-FB698379C9B8}" presName="hierChild5" presStyleCnt="0"/>
      <dgm:spPr/>
    </dgm:pt>
    <dgm:pt modelId="{4E6F5F4A-7330-4C5C-AB1A-08C34736FC65}" type="pres">
      <dgm:prSet presAssocID="{49FA5911-F968-4E6C-8F3C-AACD8A3A67C5}" presName="Name37" presStyleLbl="parChTrans1D3" presStyleIdx="1" presStyleCnt="8"/>
      <dgm:spPr/>
    </dgm:pt>
    <dgm:pt modelId="{88AD8D22-B881-43FA-AF25-C23100C49549}" type="pres">
      <dgm:prSet presAssocID="{821E33E6-C3C9-4B8D-8502-47D3F1EAF1F4}" presName="hierRoot2" presStyleCnt="0">
        <dgm:presLayoutVars>
          <dgm:hierBranch val="init"/>
        </dgm:presLayoutVars>
      </dgm:prSet>
      <dgm:spPr/>
    </dgm:pt>
    <dgm:pt modelId="{5AA8E97E-977F-4D7B-A21B-A371C260ADD1}" type="pres">
      <dgm:prSet presAssocID="{821E33E6-C3C9-4B8D-8502-47D3F1EAF1F4}" presName="rootComposite" presStyleCnt="0"/>
      <dgm:spPr/>
    </dgm:pt>
    <dgm:pt modelId="{757D3D22-146D-4A09-8EDC-CD48621EA6EC}" type="pres">
      <dgm:prSet presAssocID="{821E33E6-C3C9-4B8D-8502-47D3F1EAF1F4}" presName="rootText" presStyleLbl="node3" presStyleIdx="1" presStyleCnt="8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B959A0A5-4A26-47C4-A27E-37E873744F02}" type="pres">
      <dgm:prSet presAssocID="{821E33E6-C3C9-4B8D-8502-47D3F1EAF1F4}" presName="rootConnector" presStyleLbl="node3" presStyleIdx="1" presStyleCnt="8"/>
      <dgm:spPr/>
    </dgm:pt>
    <dgm:pt modelId="{1B8A1A73-F766-49F7-80C3-6DC09D93F176}" type="pres">
      <dgm:prSet presAssocID="{821E33E6-C3C9-4B8D-8502-47D3F1EAF1F4}" presName="hierChild4" presStyleCnt="0"/>
      <dgm:spPr/>
    </dgm:pt>
    <dgm:pt modelId="{7854060E-6A6A-4472-AF4C-6E4127D578D5}" type="pres">
      <dgm:prSet presAssocID="{821E33E6-C3C9-4B8D-8502-47D3F1EAF1F4}" presName="hierChild5" presStyleCnt="0"/>
      <dgm:spPr/>
    </dgm:pt>
    <dgm:pt modelId="{65B51CF4-1011-4FE4-975B-970530944C02}" type="pres">
      <dgm:prSet presAssocID="{A98EEA04-0C03-4B0B-882E-ED3AE4D8EC0F}" presName="Name37" presStyleLbl="parChTrans1D3" presStyleIdx="2" presStyleCnt="8"/>
      <dgm:spPr/>
    </dgm:pt>
    <dgm:pt modelId="{1F069815-C71A-4121-A69D-7ECBF12EE5D1}" type="pres">
      <dgm:prSet presAssocID="{451174F4-B07F-4C15-AF98-FB0158A5A9FF}" presName="hierRoot2" presStyleCnt="0">
        <dgm:presLayoutVars>
          <dgm:hierBranch val="init"/>
        </dgm:presLayoutVars>
      </dgm:prSet>
      <dgm:spPr/>
    </dgm:pt>
    <dgm:pt modelId="{EF47C7A4-9BF5-4C38-9EDD-C48890938EB3}" type="pres">
      <dgm:prSet presAssocID="{451174F4-B07F-4C15-AF98-FB0158A5A9FF}" presName="rootComposite" presStyleCnt="0"/>
      <dgm:spPr/>
    </dgm:pt>
    <dgm:pt modelId="{E1636178-2DC3-49A4-A7FB-714B8EAF9E81}" type="pres">
      <dgm:prSet presAssocID="{451174F4-B07F-4C15-AF98-FB0158A5A9FF}" presName="rootText" presStyleLbl="node3" presStyleIdx="2" presStyleCnt="8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FD56D0FB-694E-4A98-B44C-57EDE97D8C41}" type="pres">
      <dgm:prSet presAssocID="{451174F4-B07F-4C15-AF98-FB0158A5A9FF}" presName="rootConnector" presStyleLbl="node3" presStyleIdx="2" presStyleCnt="8"/>
      <dgm:spPr/>
    </dgm:pt>
    <dgm:pt modelId="{19C1491C-BC53-48A3-A35C-A379124C45E7}" type="pres">
      <dgm:prSet presAssocID="{451174F4-B07F-4C15-AF98-FB0158A5A9FF}" presName="hierChild4" presStyleCnt="0"/>
      <dgm:spPr/>
    </dgm:pt>
    <dgm:pt modelId="{ED7A4CB4-0F0B-420A-985B-B6BC4B2BBD6B}" type="pres">
      <dgm:prSet presAssocID="{451174F4-B07F-4C15-AF98-FB0158A5A9FF}" presName="hierChild5" presStyleCnt="0"/>
      <dgm:spPr/>
    </dgm:pt>
    <dgm:pt modelId="{94BB9617-35E0-4B21-8957-42763E6C94D2}" type="pres">
      <dgm:prSet presAssocID="{20FEC1EE-F6D3-4D20-94D9-735581EE27F5}" presName="hierChild5" presStyleCnt="0"/>
      <dgm:spPr/>
    </dgm:pt>
    <dgm:pt modelId="{09C2D7FC-209B-44F4-B49B-1743606D6779}" type="pres">
      <dgm:prSet presAssocID="{6AB0DDAE-7F87-4556-AA91-DDA540529AF2}" presName="Name37" presStyleLbl="parChTrans1D2" presStyleIdx="1" presStyleCnt="3"/>
      <dgm:spPr/>
    </dgm:pt>
    <dgm:pt modelId="{F21CF015-8A9B-467A-8A27-A06C9C70BDCF}" type="pres">
      <dgm:prSet presAssocID="{FD3BC026-A6BB-4E2B-B141-3B498CB0CDB4}" presName="hierRoot2" presStyleCnt="0">
        <dgm:presLayoutVars>
          <dgm:hierBranch val="init"/>
        </dgm:presLayoutVars>
      </dgm:prSet>
      <dgm:spPr/>
    </dgm:pt>
    <dgm:pt modelId="{BCBEF384-DE5D-40B9-A881-A833CA030A84}" type="pres">
      <dgm:prSet presAssocID="{FD3BC026-A6BB-4E2B-B141-3B498CB0CDB4}" presName="rootComposite" presStyleCnt="0"/>
      <dgm:spPr/>
    </dgm:pt>
    <dgm:pt modelId="{8ABA44C5-453E-4ECD-AC7F-27BA7C97CAD5}" type="pres">
      <dgm:prSet presAssocID="{FD3BC026-A6BB-4E2B-B141-3B498CB0CDB4}" presName="rootText" presStyleLbl="node2" presStyleIdx="1" presStyleCnt="3">
        <dgm:presLayoutVars>
          <dgm:chPref val="3"/>
        </dgm:presLayoutVars>
      </dgm:prSet>
      <dgm:spPr>
        <a:prstGeom prst="roundRect">
          <a:avLst/>
        </a:prstGeom>
      </dgm:spPr>
    </dgm:pt>
    <dgm:pt modelId="{F679DD51-6F7F-41F6-B8C2-DE0215010325}" type="pres">
      <dgm:prSet presAssocID="{FD3BC026-A6BB-4E2B-B141-3B498CB0CDB4}" presName="rootConnector" presStyleLbl="node2" presStyleIdx="1" presStyleCnt="3"/>
      <dgm:spPr/>
    </dgm:pt>
    <dgm:pt modelId="{C33E1EA5-DE90-4AF6-9F57-B7574C493701}" type="pres">
      <dgm:prSet presAssocID="{FD3BC026-A6BB-4E2B-B141-3B498CB0CDB4}" presName="hierChild4" presStyleCnt="0"/>
      <dgm:spPr/>
    </dgm:pt>
    <dgm:pt modelId="{FCF90992-0081-42A2-91F9-52F4B782EFC1}" type="pres">
      <dgm:prSet presAssocID="{39641730-1B8A-4EA2-98E7-EF29C0F9D363}" presName="Name37" presStyleLbl="parChTrans1D3" presStyleIdx="3" presStyleCnt="8"/>
      <dgm:spPr/>
    </dgm:pt>
    <dgm:pt modelId="{71B0FCE2-5979-4912-BF34-AFC8B87521EF}" type="pres">
      <dgm:prSet presAssocID="{B0358E6D-0138-4092-8145-EB4B0FF05CC0}" presName="hierRoot2" presStyleCnt="0">
        <dgm:presLayoutVars>
          <dgm:hierBranch val="init"/>
        </dgm:presLayoutVars>
      </dgm:prSet>
      <dgm:spPr/>
    </dgm:pt>
    <dgm:pt modelId="{63957E0D-ECD9-4AC5-960A-0206A5613292}" type="pres">
      <dgm:prSet presAssocID="{B0358E6D-0138-4092-8145-EB4B0FF05CC0}" presName="rootComposite" presStyleCnt="0"/>
      <dgm:spPr/>
    </dgm:pt>
    <dgm:pt modelId="{31AD4FA1-550C-4A6A-873E-617F527E906B}" type="pres">
      <dgm:prSet presAssocID="{B0358E6D-0138-4092-8145-EB4B0FF05CC0}" presName="rootText" presStyleLbl="node3" presStyleIdx="3" presStyleCnt="8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17AD9D99-1C3F-4299-B5FF-1B015D6BB8E3}" type="pres">
      <dgm:prSet presAssocID="{B0358E6D-0138-4092-8145-EB4B0FF05CC0}" presName="rootConnector" presStyleLbl="node3" presStyleIdx="3" presStyleCnt="8"/>
      <dgm:spPr/>
    </dgm:pt>
    <dgm:pt modelId="{3091257D-3C73-4815-AEEB-01DB9C303072}" type="pres">
      <dgm:prSet presAssocID="{B0358E6D-0138-4092-8145-EB4B0FF05CC0}" presName="hierChild4" presStyleCnt="0"/>
      <dgm:spPr/>
    </dgm:pt>
    <dgm:pt modelId="{9A47BB97-35AC-40A2-895D-0A41E60FF490}" type="pres">
      <dgm:prSet presAssocID="{B0358E6D-0138-4092-8145-EB4B0FF05CC0}" presName="hierChild5" presStyleCnt="0"/>
      <dgm:spPr/>
    </dgm:pt>
    <dgm:pt modelId="{DEFAA7A3-535C-43F7-8D00-7552CD28ABCA}" type="pres">
      <dgm:prSet presAssocID="{E6033343-C793-4FD6-B75A-1FED831A31FF}" presName="Name37" presStyleLbl="parChTrans1D3" presStyleIdx="4" presStyleCnt="8"/>
      <dgm:spPr/>
    </dgm:pt>
    <dgm:pt modelId="{4D4C8CF4-CD62-4E09-96BF-951521825920}" type="pres">
      <dgm:prSet presAssocID="{415343B0-E920-4C4F-A16A-F9C37A273619}" presName="hierRoot2" presStyleCnt="0">
        <dgm:presLayoutVars>
          <dgm:hierBranch val="init"/>
        </dgm:presLayoutVars>
      </dgm:prSet>
      <dgm:spPr/>
    </dgm:pt>
    <dgm:pt modelId="{3ACADD2F-1EE8-4CAD-98EA-9BB1F0B40E6C}" type="pres">
      <dgm:prSet presAssocID="{415343B0-E920-4C4F-A16A-F9C37A273619}" presName="rootComposite" presStyleCnt="0"/>
      <dgm:spPr/>
    </dgm:pt>
    <dgm:pt modelId="{8BF4B506-FE77-4067-8917-7A83F7E9B867}" type="pres">
      <dgm:prSet presAssocID="{415343B0-E920-4C4F-A16A-F9C37A273619}" presName="rootText" presStyleLbl="node3" presStyleIdx="4" presStyleCnt="8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71C845D1-788A-43CF-9323-905FF6EF4FB6}" type="pres">
      <dgm:prSet presAssocID="{415343B0-E920-4C4F-A16A-F9C37A273619}" presName="rootConnector" presStyleLbl="node3" presStyleIdx="4" presStyleCnt="8"/>
      <dgm:spPr/>
    </dgm:pt>
    <dgm:pt modelId="{DA3AFFA7-019E-405B-996C-5749B1A11AA3}" type="pres">
      <dgm:prSet presAssocID="{415343B0-E920-4C4F-A16A-F9C37A273619}" presName="hierChild4" presStyleCnt="0"/>
      <dgm:spPr/>
    </dgm:pt>
    <dgm:pt modelId="{040BA79F-BB97-4FC2-B850-F8FF3462BF43}" type="pres">
      <dgm:prSet presAssocID="{415343B0-E920-4C4F-A16A-F9C37A273619}" presName="hierChild5" presStyleCnt="0"/>
      <dgm:spPr/>
    </dgm:pt>
    <dgm:pt modelId="{37ED958F-5F6D-4B8C-A254-759F29E91238}" type="pres">
      <dgm:prSet presAssocID="{5893C985-7ACE-4150-A5BF-ED4E59748214}" presName="Name37" presStyleLbl="parChTrans1D3" presStyleIdx="5" presStyleCnt="8"/>
      <dgm:spPr/>
    </dgm:pt>
    <dgm:pt modelId="{A01B2CD3-A563-450A-A584-21D5D9BBA6DB}" type="pres">
      <dgm:prSet presAssocID="{BB9A397E-A671-4FE6-A88A-626870484DAE}" presName="hierRoot2" presStyleCnt="0">
        <dgm:presLayoutVars>
          <dgm:hierBranch val="init"/>
        </dgm:presLayoutVars>
      </dgm:prSet>
      <dgm:spPr/>
    </dgm:pt>
    <dgm:pt modelId="{211BFCF9-C36B-4531-8893-7906B8A9A1B6}" type="pres">
      <dgm:prSet presAssocID="{BB9A397E-A671-4FE6-A88A-626870484DAE}" presName="rootComposite" presStyleCnt="0"/>
      <dgm:spPr/>
    </dgm:pt>
    <dgm:pt modelId="{C918937E-04DB-4FA5-8F1F-E37E16F1CAA5}" type="pres">
      <dgm:prSet presAssocID="{BB9A397E-A671-4FE6-A88A-626870484DAE}" presName="rootText" presStyleLbl="node3" presStyleIdx="5" presStyleCnt="8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94285F73-1A6D-4134-B586-5C63AB861CD8}" type="pres">
      <dgm:prSet presAssocID="{BB9A397E-A671-4FE6-A88A-626870484DAE}" presName="rootConnector" presStyleLbl="node3" presStyleIdx="5" presStyleCnt="8"/>
      <dgm:spPr/>
    </dgm:pt>
    <dgm:pt modelId="{DF0198A5-934D-4DF0-8371-E2139C6AD433}" type="pres">
      <dgm:prSet presAssocID="{BB9A397E-A671-4FE6-A88A-626870484DAE}" presName="hierChild4" presStyleCnt="0"/>
      <dgm:spPr/>
    </dgm:pt>
    <dgm:pt modelId="{32F96929-9C0F-423C-A878-7FC695AD1A84}" type="pres">
      <dgm:prSet presAssocID="{BB9A397E-A671-4FE6-A88A-626870484DAE}" presName="hierChild5" presStyleCnt="0"/>
      <dgm:spPr/>
    </dgm:pt>
    <dgm:pt modelId="{F1AD796D-06F6-459D-A36E-994249626A24}" type="pres">
      <dgm:prSet presAssocID="{FD3BC026-A6BB-4E2B-B141-3B498CB0CDB4}" presName="hierChild5" presStyleCnt="0"/>
      <dgm:spPr/>
    </dgm:pt>
    <dgm:pt modelId="{C547FC25-173D-4A1B-84C7-CA5F6EA6570D}" type="pres">
      <dgm:prSet presAssocID="{8082D1A6-5043-45CB-8652-3B7A031E4C7A}" presName="Name37" presStyleLbl="parChTrans1D2" presStyleIdx="2" presStyleCnt="3"/>
      <dgm:spPr/>
    </dgm:pt>
    <dgm:pt modelId="{41A20E20-1443-4DCD-94FA-3CC1DBA94D80}" type="pres">
      <dgm:prSet presAssocID="{996BCB48-AF8E-4FFF-8364-2E7CA6BAB8BF}" presName="hierRoot2" presStyleCnt="0">
        <dgm:presLayoutVars>
          <dgm:hierBranch val="init"/>
        </dgm:presLayoutVars>
      </dgm:prSet>
      <dgm:spPr/>
    </dgm:pt>
    <dgm:pt modelId="{0C73033E-9EF2-4F7B-9056-E01694A747F3}" type="pres">
      <dgm:prSet presAssocID="{996BCB48-AF8E-4FFF-8364-2E7CA6BAB8BF}" presName="rootComposite" presStyleCnt="0"/>
      <dgm:spPr/>
    </dgm:pt>
    <dgm:pt modelId="{4AC13D3A-0ED8-48A6-81C6-919C03030799}" type="pres">
      <dgm:prSet presAssocID="{996BCB48-AF8E-4FFF-8364-2E7CA6BAB8BF}" presName="rootText" presStyleLbl="node2" presStyleIdx="2" presStyleCnt="3">
        <dgm:presLayoutVars>
          <dgm:chPref val="3"/>
        </dgm:presLayoutVars>
      </dgm:prSet>
      <dgm:spPr>
        <a:prstGeom prst="roundRect">
          <a:avLst/>
        </a:prstGeom>
      </dgm:spPr>
    </dgm:pt>
    <dgm:pt modelId="{FB4AB728-12C3-463B-87BF-1672161B60A7}" type="pres">
      <dgm:prSet presAssocID="{996BCB48-AF8E-4FFF-8364-2E7CA6BAB8BF}" presName="rootConnector" presStyleLbl="node2" presStyleIdx="2" presStyleCnt="3"/>
      <dgm:spPr/>
    </dgm:pt>
    <dgm:pt modelId="{046A00A9-FC57-48D6-B616-6258BB6FF381}" type="pres">
      <dgm:prSet presAssocID="{996BCB48-AF8E-4FFF-8364-2E7CA6BAB8BF}" presName="hierChild4" presStyleCnt="0"/>
      <dgm:spPr/>
    </dgm:pt>
    <dgm:pt modelId="{2B5D5CEA-4E81-4E6E-A442-1D6989C5F9EC}" type="pres">
      <dgm:prSet presAssocID="{F6FC663D-373B-4669-8CA2-F3428BA0A08A}" presName="Name37" presStyleLbl="parChTrans1D3" presStyleIdx="6" presStyleCnt="8"/>
      <dgm:spPr/>
    </dgm:pt>
    <dgm:pt modelId="{0D350CBF-F3F5-4C63-9F03-433808016B5D}" type="pres">
      <dgm:prSet presAssocID="{48716C31-9CF3-41B8-9CAA-A38813DC23FA}" presName="hierRoot2" presStyleCnt="0">
        <dgm:presLayoutVars>
          <dgm:hierBranch val="init"/>
        </dgm:presLayoutVars>
      </dgm:prSet>
      <dgm:spPr/>
    </dgm:pt>
    <dgm:pt modelId="{BBAA9659-00C6-49D8-BB16-01DAF1F46D66}" type="pres">
      <dgm:prSet presAssocID="{48716C31-9CF3-41B8-9CAA-A38813DC23FA}" presName="rootComposite" presStyleCnt="0"/>
      <dgm:spPr/>
    </dgm:pt>
    <dgm:pt modelId="{E5ACDA68-CD03-4AD4-BBC1-45205B57E13F}" type="pres">
      <dgm:prSet presAssocID="{48716C31-9CF3-41B8-9CAA-A38813DC23FA}" presName="rootText" presStyleLbl="node3" presStyleIdx="6" presStyleCnt="8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52060BB9-204E-4418-A9ED-0AA18CD3C973}" type="pres">
      <dgm:prSet presAssocID="{48716C31-9CF3-41B8-9CAA-A38813DC23FA}" presName="rootConnector" presStyleLbl="node3" presStyleIdx="6" presStyleCnt="8"/>
      <dgm:spPr/>
    </dgm:pt>
    <dgm:pt modelId="{CE02903B-0737-4743-9FDD-DB0A7B4670FC}" type="pres">
      <dgm:prSet presAssocID="{48716C31-9CF3-41B8-9CAA-A38813DC23FA}" presName="hierChild4" presStyleCnt="0"/>
      <dgm:spPr/>
    </dgm:pt>
    <dgm:pt modelId="{4F3EA3AF-EB76-4B16-BD4A-D4B4B099F207}" type="pres">
      <dgm:prSet presAssocID="{48716C31-9CF3-41B8-9CAA-A38813DC23FA}" presName="hierChild5" presStyleCnt="0"/>
      <dgm:spPr/>
    </dgm:pt>
    <dgm:pt modelId="{82036FAB-49FF-41A4-A4C0-1E34CD8EBC8B}" type="pres">
      <dgm:prSet presAssocID="{546A246D-F936-4A36-8BEE-CE7B53F1DDAF}" presName="Name37" presStyleLbl="parChTrans1D3" presStyleIdx="7" presStyleCnt="8"/>
      <dgm:spPr/>
    </dgm:pt>
    <dgm:pt modelId="{CDB6FCEC-6187-4BA4-9E39-9C15E62A89ED}" type="pres">
      <dgm:prSet presAssocID="{328CEF4B-8123-4350-8310-E22B826F1728}" presName="hierRoot2" presStyleCnt="0">
        <dgm:presLayoutVars>
          <dgm:hierBranch val="init"/>
        </dgm:presLayoutVars>
      </dgm:prSet>
      <dgm:spPr/>
    </dgm:pt>
    <dgm:pt modelId="{DD42CC79-87DA-4F68-8C83-4C16781B075E}" type="pres">
      <dgm:prSet presAssocID="{328CEF4B-8123-4350-8310-E22B826F1728}" presName="rootComposite" presStyleCnt="0"/>
      <dgm:spPr/>
    </dgm:pt>
    <dgm:pt modelId="{9E25D4EC-7FE1-402D-983D-ACACE86EC2C3}" type="pres">
      <dgm:prSet presAssocID="{328CEF4B-8123-4350-8310-E22B826F1728}" presName="rootText" presStyleLbl="node3" presStyleIdx="7" presStyleCnt="8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8DACC6A8-3836-4491-8D06-BBF5984DBBCD}" type="pres">
      <dgm:prSet presAssocID="{328CEF4B-8123-4350-8310-E22B826F1728}" presName="rootConnector" presStyleLbl="node3" presStyleIdx="7" presStyleCnt="8"/>
      <dgm:spPr/>
    </dgm:pt>
    <dgm:pt modelId="{BF5FCF10-D768-47A4-8407-9BC69DE1D85A}" type="pres">
      <dgm:prSet presAssocID="{328CEF4B-8123-4350-8310-E22B826F1728}" presName="hierChild4" presStyleCnt="0"/>
      <dgm:spPr/>
    </dgm:pt>
    <dgm:pt modelId="{77BCB7C8-4EC4-4949-A28D-D15757393F2B}" type="pres">
      <dgm:prSet presAssocID="{328CEF4B-8123-4350-8310-E22B826F1728}" presName="hierChild5" presStyleCnt="0"/>
      <dgm:spPr/>
    </dgm:pt>
    <dgm:pt modelId="{3941D633-7358-4158-9D87-AC8F34E42173}" type="pres">
      <dgm:prSet presAssocID="{996BCB48-AF8E-4FFF-8364-2E7CA6BAB8BF}" presName="hierChild5" presStyleCnt="0"/>
      <dgm:spPr/>
    </dgm:pt>
    <dgm:pt modelId="{DB296DC9-33EC-48C5-81F3-886810DBFD2E}" type="pres">
      <dgm:prSet presAssocID="{D0F0EA6A-6FDD-433A-9A0F-824C885F4719}" presName="hierChild3" presStyleCnt="0"/>
      <dgm:spPr/>
    </dgm:pt>
  </dgm:ptLst>
  <dgm:cxnLst>
    <dgm:cxn modelId="{77A77ADD-1CDF-4F10-88F5-C2900325F1B1}" type="presOf" srcId="{5893C985-7ACE-4150-A5BF-ED4E59748214}" destId="{37ED958F-5F6D-4B8C-A254-759F29E91238}" srcOrd="0" destOrd="0" presId="urn:microsoft.com/office/officeart/2005/8/layout/orgChart1"/>
    <dgm:cxn modelId="{BD5E923C-BD9A-44B2-A14E-88B4F1071976}" type="presOf" srcId="{415343B0-E920-4C4F-A16A-F9C37A273619}" destId="{8BF4B506-FE77-4067-8917-7A83F7E9B867}" srcOrd="0" destOrd="0" presId="urn:microsoft.com/office/officeart/2005/8/layout/orgChart1"/>
    <dgm:cxn modelId="{E3E6F202-681B-4EB0-A138-E3431499C7C2}" srcId="{D0F0EA6A-6FDD-433A-9A0F-824C885F4719}" destId="{20FEC1EE-F6D3-4D20-94D9-735581EE27F5}" srcOrd="0" destOrd="0" parTransId="{60A685B6-3E7A-4525-9FEE-907365D63AA9}" sibTransId="{C2DAC7E6-C0AA-4F85-BD39-9FF32D147A7B}"/>
    <dgm:cxn modelId="{29AE7C4A-AF9C-40DB-9421-AED36BEE0E4C}" type="presOf" srcId="{FD3BC026-A6BB-4E2B-B141-3B498CB0CDB4}" destId="{8ABA44C5-453E-4ECD-AC7F-27BA7C97CAD5}" srcOrd="0" destOrd="0" presId="urn:microsoft.com/office/officeart/2005/8/layout/orgChart1"/>
    <dgm:cxn modelId="{F678775A-2B8B-4C26-B078-C534F028AA35}" type="presOf" srcId="{546A246D-F936-4A36-8BEE-CE7B53F1DDAF}" destId="{82036FAB-49FF-41A4-A4C0-1E34CD8EBC8B}" srcOrd="0" destOrd="0" presId="urn:microsoft.com/office/officeart/2005/8/layout/orgChart1"/>
    <dgm:cxn modelId="{F4747BFF-1C5B-4F1E-9CF4-BD9901A33E5C}" type="presOf" srcId="{D0F0EA6A-6FDD-433A-9A0F-824C885F4719}" destId="{44B6C4D6-DB85-4367-AABA-05CB53957BED}" srcOrd="0" destOrd="0" presId="urn:microsoft.com/office/officeart/2005/8/layout/orgChart1"/>
    <dgm:cxn modelId="{E0F7AE30-B499-436F-AEA2-F5C458403CA7}" type="presOf" srcId="{F6FC663D-373B-4669-8CA2-F3428BA0A08A}" destId="{2B5D5CEA-4E81-4E6E-A442-1D6989C5F9EC}" srcOrd="0" destOrd="0" presId="urn:microsoft.com/office/officeart/2005/8/layout/orgChart1"/>
    <dgm:cxn modelId="{E842706B-7478-4A12-B1A3-814EA90E43B4}" type="presOf" srcId="{BB9A397E-A671-4FE6-A88A-626870484DAE}" destId="{94285F73-1A6D-4134-B586-5C63AB861CD8}" srcOrd="1" destOrd="0" presId="urn:microsoft.com/office/officeart/2005/8/layout/orgChart1"/>
    <dgm:cxn modelId="{72F9A977-6BF5-460D-B93B-EFDE9CDB75C2}" type="presOf" srcId="{B0358E6D-0138-4092-8145-EB4B0FF05CC0}" destId="{17AD9D99-1C3F-4299-B5FF-1B015D6BB8E3}" srcOrd="1" destOrd="0" presId="urn:microsoft.com/office/officeart/2005/8/layout/orgChart1"/>
    <dgm:cxn modelId="{4966E7F8-045E-4C1B-889F-574557536C13}" srcId="{FD3BC026-A6BB-4E2B-B141-3B498CB0CDB4}" destId="{415343B0-E920-4C4F-A16A-F9C37A273619}" srcOrd="1" destOrd="0" parTransId="{E6033343-C793-4FD6-B75A-1FED831A31FF}" sibTransId="{AFE12078-7ED4-4596-8AA1-94CC69A51C5B}"/>
    <dgm:cxn modelId="{DD6B5BAC-2065-4DA8-A437-7465A1984A9D}" type="presOf" srcId="{39641730-1B8A-4EA2-98E7-EF29C0F9D363}" destId="{FCF90992-0081-42A2-91F9-52F4B782EFC1}" srcOrd="0" destOrd="0" presId="urn:microsoft.com/office/officeart/2005/8/layout/orgChart1"/>
    <dgm:cxn modelId="{697634E0-1B8B-474A-A8D9-D154B8591A90}" type="presOf" srcId="{6AB0DDAE-7F87-4556-AA91-DDA540529AF2}" destId="{09C2D7FC-209B-44F4-B49B-1743606D6779}" srcOrd="0" destOrd="0" presId="urn:microsoft.com/office/officeart/2005/8/layout/orgChart1"/>
    <dgm:cxn modelId="{CE82C3D8-5311-4F79-B79E-98DA938309AB}" type="presOf" srcId="{20FEC1EE-F6D3-4D20-94D9-735581EE27F5}" destId="{436B1DB4-25F7-489C-AEC9-53FA639EAEAA}" srcOrd="1" destOrd="0" presId="urn:microsoft.com/office/officeart/2005/8/layout/orgChart1"/>
    <dgm:cxn modelId="{6EB90CDD-A0FE-44BE-91AD-C4995270AC58}" type="presOf" srcId="{451174F4-B07F-4C15-AF98-FB0158A5A9FF}" destId="{FD56D0FB-694E-4A98-B44C-57EDE97D8C41}" srcOrd="1" destOrd="0" presId="urn:microsoft.com/office/officeart/2005/8/layout/orgChart1"/>
    <dgm:cxn modelId="{C661F103-83B8-4E1F-8CE1-CC3804AB57ED}" type="presOf" srcId="{48716C31-9CF3-41B8-9CAA-A38813DC23FA}" destId="{E5ACDA68-CD03-4AD4-BBC1-45205B57E13F}" srcOrd="0" destOrd="0" presId="urn:microsoft.com/office/officeart/2005/8/layout/orgChart1"/>
    <dgm:cxn modelId="{84242BCA-9DA7-4420-B6AC-02A52F5DE31E}" srcId="{20FEC1EE-F6D3-4D20-94D9-735581EE27F5}" destId="{451174F4-B07F-4C15-AF98-FB0158A5A9FF}" srcOrd="2" destOrd="0" parTransId="{A98EEA04-0C03-4B0B-882E-ED3AE4D8EC0F}" sibTransId="{97E7A8B3-8A05-4EC8-8A00-442E2812FFD7}"/>
    <dgm:cxn modelId="{5ABDF5BF-62E6-49C8-AEB8-F5C33833415E}" type="presOf" srcId="{996BCB48-AF8E-4FFF-8364-2E7CA6BAB8BF}" destId="{FB4AB728-12C3-463B-87BF-1672161B60A7}" srcOrd="1" destOrd="0" presId="urn:microsoft.com/office/officeart/2005/8/layout/orgChart1"/>
    <dgm:cxn modelId="{20D0D337-E849-414A-88AE-913BC0662F82}" type="presOf" srcId="{996BCB48-AF8E-4FFF-8364-2E7CA6BAB8BF}" destId="{4AC13D3A-0ED8-48A6-81C6-919C03030799}" srcOrd="0" destOrd="0" presId="urn:microsoft.com/office/officeart/2005/8/layout/orgChart1"/>
    <dgm:cxn modelId="{7FF05543-7836-41C4-89D1-5E4C6AD582C2}" type="presOf" srcId="{60A685B6-3E7A-4525-9FEE-907365D63AA9}" destId="{2E5CCF79-7307-4FFA-AFEB-45C70DC3B314}" srcOrd="0" destOrd="0" presId="urn:microsoft.com/office/officeart/2005/8/layout/orgChart1"/>
    <dgm:cxn modelId="{B7B0ABF9-56B3-4C8D-ACA9-F2EC91795F37}" type="presOf" srcId="{B0358E6D-0138-4092-8145-EB4B0FF05CC0}" destId="{31AD4FA1-550C-4A6A-873E-617F527E906B}" srcOrd="0" destOrd="0" presId="urn:microsoft.com/office/officeart/2005/8/layout/orgChart1"/>
    <dgm:cxn modelId="{4EC07CAF-5CD8-4E1E-AECA-DB3665353730}" srcId="{FD3BC026-A6BB-4E2B-B141-3B498CB0CDB4}" destId="{BB9A397E-A671-4FE6-A88A-626870484DAE}" srcOrd="2" destOrd="0" parTransId="{5893C985-7ACE-4150-A5BF-ED4E59748214}" sibTransId="{4D33342B-BE05-4F7C-8DB7-2EDE5B21DB7C}"/>
    <dgm:cxn modelId="{91AC190E-D9CB-4BE0-9B00-756B0981C180}" type="presOf" srcId="{821E33E6-C3C9-4B8D-8502-47D3F1EAF1F4}" destId="{B959A0A5-4A26-47C4-A27E-37E873744F02}" srcOrd="1" destOrd="0" presId="urn:microsoft.com/office/officeart/2005/8/layout/orgChart1"/>
    <dgm:cxn modelId="{3BF9B101-4332-49CF-8A0F-000CD92B1E93}" type="presOf" srcId="{A98EEA04-0C03-4B0B-882E-ED3AE4D8EC0F}" destId="{65B51CF4-1011-4FE4-975B-970530944C02}" srcOrd="0" destOrd="0" presId="urn:microsoft.com/office/officeart/2005/8/layout/orgChart1"/>
    <dgm:cxn modelId="{3EF55877-D7A4-4462-B3A7-008533C1294F}" type="presOf" srcId="{20FEC1EE-F6D3-4D20-94D9-735581EE27F5}" destId="{51F03882-54EB-4BD8-8205-494B9964EEDB}" srcOrd="0" destOrd="0" presId="urn:microsoft.com/office/officeart/2005/8/layout/orgChart1"/>
    <dgm:cxn modelId="{9DBEE829-2F1B-4D69-AAF3-D0E1FC31DD18}" type="presOf" srcId="{E6171ED0-1608-4A38-8443-FB698379C9B8}" destId="{9759393A-7E64-46BE-976E-6B2A6E81C392}" srcOrd="1" destOrd="0" presId="urn:microsoft.com/office/officeart/2005/8/layout/orgChart1"/>
    <dgm:cxn modelId="{4F6C8859-E5DB-44AC-BE72-9E56664DCB80}" type="presOf" srcId="{328CEF4B-8123-4350-8310-E22B826F1728}" destId="{8DACC6A8-3836-4491-8D06-BBF5984DBBCD}" srcOrd="1" destOrd="0" presId="urn:microsoft.com/office/officeart/2005/8/layout/orgChart1"/>
    <dgm:cxn modelId="{1844C3F0-2F59-496E-BAEE-9AC095A9384F}" type="presOf" srcId="{E6033343-C793-4FD6-B75A-1FED831A31FF}" destId="{DEFAA7A3-535C-43F7-8D00-7552CD28ABCA}" srcOrd="0" destOrd="0" presId="urn:microsoft.com/office/officeart/2005/8/layout/orgChart1"/>
    <dgm:cxn modelId="{B5981816-62D2-42C4-B72C-DFAAFC17EFE8}" type="presOf" srcId="{415343B0-E920-4C4F-A16A-F9C37A273619}" destId="{71C845D1-788A-43CF-9323-905FF6EF4FB6}" srcOrd="1" destOrd="0" presId="urn:microsoft.com/office/officeart/2005/8/layout/orgChart1"/>
    <dgm:cxn modelId="{DCBC8DA3-9191-4BCA-990C-90E88003DFC8}" type="presOf" srcId="{451174F4-B07F-4C15-AF98-FB0158A5A9FF}" destId="{E1636178-2DC3-49A4-A7FB-714B8EAF9E81}" srcOrd="0" destOrd="0" presId="urn:microsoft.com/office/officeart/2005/8/layout/orgChart1"/>
    <dgm:cxn modelId="{666A60EE-7BD0-45A1-98A3-BCD8FBE30635}" type="presOf" srcId="{E6171ED0-1608-4A38-8443-FB698379C9B8}" destId="{E9588AC1-C7CF-4C0E-8D3A-55FE08ACB2E6}" srcOrd="0" destOrd="0" presId="urn:microsoft.com/office/officeart/2005/8/layout/orgChart1"/>
    <dgm:cxn modelId="{D0FABE89-332F-475A-B858-6F90C679E145}" type="presOf" srcId="{49FA5911-F968-4E6C-8F3C-AACD8A3A67C5}" destId="{4E6F5F4A-7330-4C5C-AB1A-08C34736FC65}" srcOrd="0" destOrd="0" presId="urn:microsoft.com/office/officeart/2005/8/layout/orgChart1"/>
    <dgm:cxn modelId="{2BFD6F2B-4226-45B1-9BCC-20431CE522FD}" srcId="{996BCB48-AF8E-4FFF-8364-2E7CA6BAB8BF}" destId="{48716C31-9CF3-41B8-9CAA-A38813DC23FA}" srcOrd="0" destOrd="0" parTransId="{F6FC663D-373B-4669-8CA2-F3428BA0A08A}" sibTransId="{06716DCE-027C-437B-9529-2EFCA8FEAA9E}"/>
    <dgm:cxn modelId="{E7F1A8CD-FF6D-4E8A-99F6-D66D61C4A493}" type="presOf" srcId="{821E33E6-C3C9-4B8D-8502-47D3F1EAF1F4}" destId="{757D3D22-146D-4A09-8EDC-CD48621EA6EC}" srcOrd="0" destOrd="0" presId="urn:microsoft.com/office/officeart/2005/8/layout/orgChart1"/>
    <dgm:cxn modelId="{53A4F7C3-971F-4CC3-AB1F-015103BB562A}" type="presOf" srcId="{8082D1A6-5043-45CB-8652-3B7A031E4C7A}" destId="{C547FC25-173D-4A1B-84C7-CA5F6EA6570D}" srcOrd="0" destOrd="0" presId="urn:microsoft.com/office/officeart/2005/8/layout/orgChart1"/>
    <dgm:cxn modelId="{B02700D9-6DA2-4C1A-B672-FC7791EEA105}" type="presOf" srcId="{D0F0EA6A-6FDD-433A-9A0F-824C885F4719}" destId="{3B6B313F-66EF-4A15-9341-859FF3BCC7BD}" srcOrd="1" destOrd="0" presId="urn:microsoft.com/office/officeart/2005/8/layout/orgChart1"/>
    <dgm:cxn modelId="{0026B9F1-453B-4CCD-BF2A-D4C892128FC3}" type="presOf" srcId="{48716C31-9CF3-41B8-9CAA-A38813DC23FA}" destId="{52060BB9-204E-4418-A9ED-0AA18CD3C973}" srcOrd="1" destOrd="0" presId="urn:microsoft.com/office/officeart/2005/8/layout/orgChart1"/>
    <dgm:cxn modelId="{C65C14C6-0A60-4855-BCBC-29EB9AC6495B}" type="presOf" srcId="{328CEF4B-8123-4350-8310-E22B826F1728}" destId="{9E25D4EC-7FE1-402D-983D-ACACE86EC2C3}" srcOrd="0" destOrd="0" presId="urn:microsoft.com/office/officeart/2005/8/layout/orgChart1"/>
    <dgm:cxn modelId="{C3882D56-18D6-4B70-9541-59324B66064D}" type="presOf" srcId="{0A8FBD43-D956-46FB-A8E6-5CBD3000539D}" destId="{02726245-9F8E-48DB-87DB-8B6E29EF06C5}" srcOrd="0" destOrd="0" presId="urn:microsoft.com/office/officeart/2005/8/layout/orgChart1"/>
    <dgm:cxn modelId="{9D54AE3F-4350-480D-AB43-13996B88275F}" srcId="{FD3BC026-A6BB-4E2B-B141-3B498CB0CDB4}" destId="{B0358E6D-0138-4092-8145-EB4B0FF05CC0}" srcOrd="0" destOrd="0" parTransId="{39641730-1B8A-4EA2-98E7-EF29C0F9D363}" sibTransId="{C269EF2C-4C47-4029-84BC-85A23A6A92F5}"/>
    <dgm:cxn modelId="{B6B963DD-F720-41CD-BDEE-ED184FD4C48B}" srcId="{996BCB48-AF8E-4FFF-8364-2E7CA6BAB8BF}" destId="{328CEF4B-8123-4350-8310-E22B826F1728}" srcOrd="1" destOrd="0" parTransId="{546A246D-F936-4A36-8BEE-CE7B53F1DDAF}" sibTransId="{425E98D3-DD9F-4A2A-8DF6-EAA3E1239646}"/>
    <dgm:cxn modelId="{3DFFE416-2DAA-48D4-8398-A9E30961506F}" type="presOf" srcId="{FD3BC026-A6BB-4E2B-B141-3B498CB0CDB4}" destId="{F679DD51-6F7F-41F6-B8C2-DE0215010325}" srcOrd="1" destOrd="0" presId="urn:microsoft.com/office/officeart/2005/8/layout/orgChart1"/>
    <dgm:cxn modelId="{94046A2F-2331-4D35-AA9B-92DC36FC761B}" srcId="{D0F0EA6A-6FDD-433A-9A0F-824C885F4719}" destId="{996BCB48-AF8E-4FFF-8364-2E7CA6BAB8BF}" srcOrd="2" destOrd="0" parTransId="{8082D1A6-5043-45CB-8652-3B7A031E4C7A}" sibTransId="{64877D6A-D568-4E88-A66A-90305C46D7FA}"/>
    <dgm:cxn modelId="{FAE4B1AB-B261-47F5-B2E6-8589568C3840}" srcId="{20FEC1EE-F6D3-4D20-94D9-735581EE27F5}" destId="{E6171ED0-1608-4A38-8443-FB698379C9B8}" srcOrd="0" destOrd="0" parTransId="{0A8FBD43-D956-46FB-A8E6-5CBD3000539D}" sibTransId="{59C8B6B1-EEAA-41D1-A5E7-79128B4610C6}"/>
    <dgm:cxn modelId="{0F23DD8F-879C-441C-9B74-BD9A54831B01}" srcId="{20FEC1EE-F6D3-4D20-94D9-735581EE27F5}" destId="{821E33E6-C3C9-4B8D-8502-47D3F1EAF1F4}" srcOrd="1" destOrd="0" parTransId="{49FA5911-F968-4E6C-8F3C-AACD8A3A67C5}" sibTransId="{ED72C853-BCB7-4B59-B189-5FBF1BDABECD}"/>
    <dgm:cxn modelId="{902B5AE7-37EA-444B-A58D-8559005C10C0}" srcId="{C67E90CC-63F3-46A1-BA19-AB149F8AF875}" destId="{D0F0EA6A-6FDD-433A-9A0F-824C885F4719}" srcOrd="0" destOrd="0" parTransId="{A6E65C55-5846-42AE-B83C-10EB59ECC5C0}" sibTransId="{C8AB226A-2C6C-4AC6-B306-8B5788CA106C}"/>
    <dgm:cxn modelId="{2E46E612-F7C5-4A01-BC04-C64A7F635697}" type="presOf" srcId="{BB9A397E-A671-4FE6-A88A-626870484DAE}" destId="{C918937E-04DB-4FA5-8F1F-E37E16F1CAA5}" srcOrd="0" destOrd="0" presId="urn:microsoft.com/office/officeart/2005/8/layout/orgChart1"/>
    <dgm:cxn modelId="{3F584810-FF9D-4317-AD03-9BB90648B380}" type="presOf" srcId="{C67E90CC-63F3-46A1-BA19-AB149F8AF875}" destId="{B6968954-8BEA-43B3-8F83-A17D664E63E5}" srcOrd="0" destOrd="0" presId="urn:microsoft.com/office/officeart/2005/8/layout/orgChart1"/>
    <dgm:cxn modelId="{CA7DE9D0-27ED-4AF4-9901-0CD90583723F}" srcId="{D0F0EA6A-6FDD-433A-9A0F-824C885F4719}" destId="{FD3BC026-A6BB-4E2B-B141-3B498CB0CDB4}" srcOrd="1" destOrd="0" parTransId="{6AB0DDAE-7F87-4556-AA91-DDA540529AF2}" sibTransId="{B25E7D09-8816-4A84-8D25-925FB35EB6ED}"/>
    <dgm:cxn modelId="{0967F5B7-7D06-485C-ACC9-C2ADE13CE3A8}" type="presParOf" srcId="{B6968954-8BEA-43B3-8F83-A17D664E63E5}" destId="{7FA32FD5-2C03-4214-868E-52EAA97A19EC}" srcOrd="0" destOrd="0" presId="urn:microsoft.com/office/officeart/2005/8/layout/orgChart1"/>
    <dgm:cxn modelId="{7E7B4A64-97CE-458B-8461-CF8495D40654}" type="presParOf" srcId="{7FA32FD5-2C03-4214-868E-52EAA97A19EC}" destId="{60A14509-322F-4386-825D-A5FE313AE58A}" srcOrd="0" destOrd="0" presId="urn:microsoft.com/office/officeart/2005/8/layout/orgChart1"/>
    <dgm:cxn modelId="{83D9ADAE-E0F8-40F4-AACF-FDC269D9DFB6}" type="presParOf" srcId="{60A14509-322F-4386-825D-A5FE313AE58A}" destId="{44B6C4D6-DB85-4367-AABA-05CB53957BED}" srcOrd="0" destOrd="0" presId="urn:microsoft.com/office/officeart/2005/8/layout/orgChart1"/>
    <dgm:cxn modelId="{D8FB5320-1EBA-44F3-9DB9-811A5DC7724B}" type="presParOf" srcId="{60A14509-322F-4386-825D-A5FE313AE58A}" destId="{3B6B313F-66EF-4A15-9341-859FF3BCC7BD}" srcOrd="1" destOrd="0" presId="urn:microsoft.com/office/officeart/2005/8/layout/orgChart1"/>
    <dgm:cxn modelId="{5CE11642-76B7-44DA-A17F-E7B48B8DE5CB}" type="presParOf" srcId="{7FA32FD5-2C03-4214-868E-52EAA97A19EC}" destId="{3D318297-12E1-45C1-AB92-061C6CF3DBCF}" srcOrd="1" destOrd="0" presId="urn:microsoft.com/office/officeart/2005/8/layout/orgChart1"/>
    <dgm:cxn modelId="{F1702598-A026-46C0-B8B0-1866D08FDCED}" type="presParOf" srcId="{3D318297-12E1-45C1-AB92-061C6CF3DBCF}" destId="{2E5CCF79-7307-4FFA-AFEB-45C70DC3B314}" srcOrd="0" destOrd="0" presId="urn:microsoft.com/office/officeart/2005/8/layout/orgChart1"/>
    <dgm:cxn modelId="{A84A0C72-A55D-4114-942D-0E413C3D2430}" type="presParOf" srcId="{3D318297-12E1-45C1-AB92-061C6CF3DBCF}" destId="{6C6FDC97-34C2-462A-8AD0-CCDC91DB37C0}" srcOrd="1" destOrd="0" presId="urn:microsoft.com/office/officeart/2005/8/layout/orgChart1"/>
    <dgm:cxn modelId="{FD161F3C-2166-4722-AA11-7A1EB1FC4FB2}" type="presParOf" srcId="{6C6FDC97-34C2-462A-8AD0-CCDC91DB37C0}" destId="{8912ACF5-43D6-42DF-A1B1-7E09A70E6EE6}" srcOrd="0" destOrd="0" presId="urn:microsoft.com/office/officeart/2005/8/layout/orgChart1"/>
    <dgm:cxn modelId="{6239145C-18B4-48E8-92A5-DFF6B81C7074}" type="presParOf" srcId="{8912ACF5-43D6-42DF-A1B1-7E09A70E6EE6}" destId="{51F03882-54EB-4BD8-8205-494B9964EEDB}" srcOrd="0" destOrd="0" presId="urn:microsoft.com/office/officeart/2005/8/layout/orgChart1"/>
    <dgm:cxn modelId="{55BE6B43-0731-4EF7-BD66-4DBCC7847EA9}" type="presParOf" srcId="{8912ACF5-43D6-42DF-A1B1-7E09A70E6EE6}" destId="{436B1DB4-25F7-489C-AEC9-53FA639EAEAA}" srcOrd="1" destOrd="0" presId="urn:microsoft.com/office/officeart/2005/8/layout/orgChart1"/>
    <dgm:cxn modelId="{0CEFE105-CE56-4BCD-91FC-ED25E4A254B4}" type="presParOf" srcId="{6C6FDC97-34C2-462A-8AD0-CCDC91DB37C0}" destId="{C12E91BB-88A2-4C2D-AFB6-B027021D82C0}" srcOrd="1" destOrd="0" presId="urn:microsoft.com/office/officeart/2005/8/layout/orgChart1"/>
    <dgm:cxn modelId="{098D0DA2-1E8B-44DB-929B-26A92923D80C}" type="presParOf" srcId="{C12E91BB-88A2-4C2D-AFB6-B027021D82C0}" destId="{02726245-9F8E-48DB-87DB-8B6E29EF06C5}" srcOrd="0" destOrd="0" presId="urn:microsoft.com/office/officeart/2005/8/layout/orgChart1"/>
    <dgm:cxn modelId="{1108DACF-6BD5-42CF-B2E1-BE936931AD6A}" type="presParOf" srcId="{C12E91BB-88A2-4C2D-AFB6-B027021D82C0}" destId="{BB6041B9-826D-4A9E-A15A-B0CAD6726127}" srcOrd="1" destOrd="0" presId="urn:microsoft.com/office/officeart/2005/8/layout/orgChart1"/>
    <dgm:cxn modelId="{BCB8DF4A-ABC8-4DE2-848D-8B4B4A38153F}" type="presParOf" srcId="{BB6041B9-826D-4A9E-A15A-B0CAD6726127}" destId="{78B5E7C5-9172-44E5-A533-40235AFED0A1}" srcOrd="0" destOrd="0" presId="urn:microsoft.com/office/officeart/2005/8/layout/orgChart1"/>
    <dgm:cxn modelId="{17A05F4A-99EC-43FE-AED7-8FFF54C20F92}" type="presParOf" srcId="{78B5E7C5-9172-44E5-A533-40235AFED0A1}" destId="{E9588AC1-C7CF-4C0E-8D3A-55FE08ACB2E6}" srcOrd="0" destOrd="0" presId="urn:microsoft.com/office/officeart/2005/8/layout/orgChart1"/>
    <dgm:cxn modelId="{B7B390DF-BCD0-418D-A53E-B76C8350C4DF}" type="presParOf" srcId="{78B5E7C5-9172-44E5-A533-40235AFED0A1}" destId="{9759393A-7E64-46BE-976E-6B2A6E81C392}" srcOrd="1" destOrd="0" presId="urn:microsoft.com/office/officeart/2005/8/layout/orgChart1"/>
    <dgm:cxn modelId="{9F94395C-3D10-4477-9337-98594F7AD18A}" type="presParOf" srcId="{BB6041B9-826D-4A9E-A15A-B0CAD6726127}" destId="{C1BD1CE8-85E3-44BD-AF77-12787CAEFC29}" srcOrd="1" destOrd="0" presId="urn:microsoft.com/office/officeart/2005/8/layout/orgChart1"/>
    <dgm:cxn modelId="{F4C14063-A091-4401-B5A8-A311E3F936D2}" type="presParOf" srcId="{BB6041B9-826D-4A9E-A15A-B0CAD6726127}" destId="{18ACD277-F096-4B38-86B4-BABC0F962B2A}" srcOrd="2" destOrd="0" presId="urn:microsoft.com/office/officeart/2005/8/layout/orgChart1"/>
    <dgm:cxn modelId="{09906633-CFB6-43A8-B01E-1F12967F846D}" type="presParOf" srcId="{C12E91BB-88A2-4C2D-AFB6-B027021D82C0}" destId="{4E6F5F4A-7330-4C5C-AB1A-08C34736FC65}" srcOrd="2" destOrd="0" presId="urn:microsoft.com/office/officeart/2005/8/layout/orgChart1"/>
    <dgm:cxn modelId="{06B6BB47-431F-465D-8CD3-B743305C50F9}" type="presParOf" srcId="{C12E91BB-88A2-4C2D-AFB6-B027021D82C0}" destId="{88AD8D22-B881-43FA-AF25-C23100C49549}" srcOrd="3" destOrd="0" presId="urn:microsoft.com/office/officeart/2005/8/layout/orgChart1"/>
    <dgm:cxn modelId="{C6BBCB73-18A7-4FF5-8661-57C8CA4032E4}" type="presParOf" srcId="{88AD8D22-B881-43FA-AF25-C23100C49549}" destId="{5AA8E97E-977F-4D7B-A21B-A371C260ADD1}" srcOrd="0" destOrd="0" presId="urn:microsoft.com/office/officeart/2005/8/layout/orgChart1"/>
    <dgm:cxn modelId="{7EFCBDCE-DB50-417D-8416-3494E4454557}" type="presParOf" srcId="{5AA8E97E-977F-4D7B-A21B-A371C260ADD1}" destId="{757D3D22-146D-4A09-8EDC-CD48621EA6EC}" srcOrd="0" destOrd="0" presId="urn:microsoft.com/office/officeart/2005/8/layout/orgChart1"/>
    <dgm:cxn modelId="{A817457B-3956-4D8E-8755-DB72019A3AC9}" type="presParOf" srcId="{5AA8E97E-977F-4D7B-A21B-A371C260ADD1}" destId="{B959A0A5-4A26-47C4-A27E-37E873744F02}" srcOrd="1" destOrd="0" presId="urn:microsoft.com/office/officeart/2005/8/layout/orgChart1"/>
    <dgm:cxn modelId="{6498BB3F-77EC-4676-A2BF-0C2098DED58B}" type="presParOf" srcId="{88AD8D22-B881-43FA-AF25-C23100C49549}" destId="{1B8A1A73-F766-49F7-80C3-6DC09D93F176}" srcOrd="1" destOrd="0" presId="urn:microsoft.com/office/officeart/2005/8/layout/orgChart1"/>
    <dgm:cxn modelId="{DD5643D6-820F-4A03-8D4B-86F17A42CE6C}" type="presParOf" srcId="{88AD8D22-B881-43FA-AF25-C23100C49549}" destId="{7854060E-6A6A-4472-AF4C-6E4127D578D5}" srcOrd="2" destOrd="0" presId="urn:microsoft.com/office/officeart/2005/8/layout/orgChart1"/>
    <dgm:cxn modelId="{C8E2D4FD-1960-485D-B565-CABDEDAACD30}" type="presParOf" srcId="{C12E91BB-88A2-4C2D-AFB6-B027021D82C0}" destId="{65B51CF4-1011-4FE4-975B-970530944C02}" srcOrd="4" destOrd="0" presId="urn:microsoft.com/office/officeart/2005/8/layout/orgChart1"/>
    <dgm:cxn modelId="{6C3E7194-FF55-403B-9DAA-F105FA35AD42}" type="presParOf" srcId="{C12E91BB-88A2-4C2D-AFB6-B027021D82C0}" destId="{1F069815-C71A-4121-A69D-7ECBF12EE5D1}" srcOrd="5" destOrd="0" presId="urn:microsoft.com/office/officeart/2005/8/layout/orgChart1"/>
    <dgm:cxn modelId="{7AB7F9F5-5FC2-4782-9CA7-5E8E3BC69DED}" type="presParOf" srcId="{1F069815-C71A-4121-A69D-7ECBF12EE5D1}" destId="{EF47C7A4-9BF5-4C38-9EDD-C48890938EB3}" srcOrd="0" destOrd="0" presId="urn:microsoft.com/office/officeart/2005/8/layout/orgChart1"/>
    <dgm:cxn modelId="{70D659BA-F078-4FD4-BEE0-ECF1A2FA0D14}" type="presParOf" srcId="{EF47C7A4-9BF5-4C38-9EDD-C48890938EB3}" destId="{E1636178-2DC3-49A4-A7FB-714B8EAF9E81}" srcOrd="0" destOrd="0" presId="urn:microsoft.com/office/officeart/2005/8/layout/orgChart1"/>
    <dgm:cxn modelId="{FB7E4737-EFAA-473A-94D9-F2CD2F71CE34}" type="presParOf" srcId="{EF47C7A4-9BF5-4C38-9EDD-C48890938EB3}" destId="{FD56D0FB-694E-4A98-B44C-57EDE97D8C41}" srcOrd="1" destOrd="0" presId="urn:microsoft.com/office/officeart/2005/8/layout/orgChart1"/>
    <dgm:cxn modelId="{02D93509-6F4B-48E3-8801-B7698AFC14BD}" type="presParOf" srcId="{1F069815-C71A-4121-A69D-7ECBF12EE5D1}" destId="{19C1491C-BC53-48A3-A35C-A379124C45E7}" srcOrd="1" destOrd="0" presId="urn:microsoft.com/office/officeart/2005/8/layout/orgChart1"/>
    <dgm:cxn modelId="{919A13E1-2744-4265-8F5C-D797F506592F}" type="presParOf" srcId="{1F069815-C71A-4121-A69D-7ECBF12EE5D1}" destId="{ED7A4CB4-0F0B-420A-985B-B6BC4B2BBD6B}" srcOrd="2" destOrd="0" presId="urn:microsoft.com/office/officeart/2005/8/layout/orgChart1"/>
    <dgm:cxn modelId="{81AF94E0-59FB-4734-A309-966E1F775839}" type="presParOf" srcId="{6C6FDC97-34C2-462A-8AD0-CCDC91DB37C0}" destId="{94BB9617-35E0-4B21-8957-42763E6C94D2}" srcOrd="2" destOrd="0" presId="urn:microsoft.com/office/officeart/2005/8/layout/orgChart1"/>
    <dgm:cxn modelId="{912ECE4C-3EB3-4048-B2E8-DB972AA24F68}" type="presParOf" srcId="{3D318297-12E1-45C1-AB92-061C6CF3DBCF}" destId="{09C2D7FC-209B-44F4-B49B-1743606D6779}" srcOrd="2" destOrd="0" presId="urn:microsoft.com/office/officeart/2005/8/layout/orgChart1"/>
    <dgm:cxn modelId="{4E4E9433-FBD2-42AD-8885-A09BA724FB36}" type="presParOf" srcId="{3D318297-12E1-45C1-AB92-061C6CF3DBCF}" destId="{F21CF015-8A9B-467A-8A27-A06C9C70BDCF}" srcOrd="3" destOrd="0" presId="urn:microsoft.com/office/officeart/2005/8/layout/orgChart1"/>
    <dgm:cxn modelId="{334D7417-E0BD-468A-9662-B84378D34B69}" type="presParOf" srcId="{F21CF015-8A9B-467A-8A27-A06C9C70BDCF}" destId="{BCBEF384-DE5D-40B9-A881-A833CA030A84}" srcOrd="0" destOrd="0" presId="urn:microsoft.com/office/officeart/2005/8/layout/orgChart1"/>
    <dgm:cxn modelId="{1E420FE9-038C-4262-8820-E8D569B25FEE}" type="presParOf" srcId="{BCBEF384-DE5D-40B9-A881-A833CA030A84}" destId="{8ABA44C5-453E-4ECD-AC7F-27BA7C97CAD5}" srcOrd="0" destOrd="0" presId="urn:microsoft.com/office/officeart/2005/8/layout/orgChart1"/>
    <dgm:cxn modelId="{2A941EDB-0CEA-4826-B9DD-2BFA4069116E}" type="presParOf" srcId="{BCBEF384-DE5D-40B9-A881-A833CA030A84}" destId="{F679DD51-6F7F-41F6-B8C2-DE0215010325}" srcOrd="1" destOrd="0" presId="urn:microsoft.com/office/officeart/2005/8/layout/orgChart1"/>
    <dgm:cxn modelId="{4B3EA36D-2230-442D-A337-1BEEF606714A}" type="presParOf" srcId="{F21CF015-8A9B-467A-8A27-A06C9C70BDCF}" destId="{C33E1EA5-DE90-4AF6-9F57-B7574C493701}" srcOrd="1" destOrd="0" presId="urn:microsoft.com/office/officeart/2005/8/layout/orgChart1"/>
    <dgm:cxn modelId="{E6B64C76-AC31-43A8-8771-2B090E1DA428}" type="presParOf" srcId="{C33E1EA5-DE90-4AF6-9F57-B7574C493701}" destId="{FCF90992-0081-42A2-91F9-52F4B782EFC1}" srcOrd="0" destOrd="0" presId="urn:microsoft.com/office/officeart/2005/8/layout/orgChart1"/>
    <dgm:cxn modelId="{14A87CC2-888F-4383-A69B-1ABFC081E466}" type="presParOf" srcId="{C33E1EA5-DE90-4AF6-9F57-B7574C493701}" destId="{71B0FCE2-5979-4912-BF34-AFC8B87521EF}" srcOrd="1" destOrd="0" presId="urn:microsoft.com/office/officeart/2005/8/layout/orgChart1"/>
    <dgm:cxn modelId="{9F6A1647-531B-47A5-BA77-BB891D3447BB}" type="presParOf" srcId="{71B0FCE2-5979-4912-BF34-AFC8B87521EF}" destId="{63957E0D-ECD9-4AC5-960A-0206A5613292}" srcOrd="0" destOrd="0" presId="urn:microsoft.com/office/officeart/2005/8/layout/orgChart1"/>
    <dgm:cxn modelId="{575A401B-9E45-4BB1-A1D1-2DCBEF50170C}" type="presParOf" srcId="{63957E0D-ECD9-4AC5-960A-0206A5613292}" destId="{31AD4FA1-550C-4A6A-873E-617F527E906B}" srcOrd="0" destOrd="0" presId="urn:microsoft.com/office/officeart/2005/8/layout/orgChart1"/>
    <dgm:cxn modelId="{8066F9CB-A032-423F-9A7B-8FF0E51B2348}" type="presParOf" srcId="{63957E0D-ECD9-4AC5-960A-0206A5613292}" destId="{17AD9D99-1C3F-4299-B5FF-1B015D6BB8E3}" srcOrd="1" destOrd="0" presId="urn:microsoft.com/office/officeart/2005/8/layout/orgChart1"/>
    <dgm:cxn modelId="{54D8169D-A212-4837-B8E8-31BE18E29A89}" type="presParOf" srcId="{71B0FCE2-5979-4912-BF34-AFC8B87521EF}" destId="{3091257D-3C73-4815-AEEB-01DB9C303072}" srcOrd="1" destOrd="0" presId="urn:microsoft.com/office/officeart/2005/8/layout/orgChart1"/>
    <dgm:cxn modelId="{948E7253-1121-4C2C-AB23-EEF17BBD7168}" type="presParOf" srcId="{71B0FCE2-5979-4912-BF34-AFC8B87521EF}" destId="{9A47BB97-35AC-40A2-895D-0A41E60FF490}" srcOrd="2" destOrd="0" presId="urn:microsoft.com/office/officeart/2005/8/layout/orgChart1"/>
    <dgm:cxn modelId="{A39F428C-98FE-44E0-871E-4F8A95234810}" type="presParOf" srcId="{C33E1EA5-DE90-4AF6-9F57-B7574C493701}" destId="{DEFAA7A3-535C-43F7-8D00-7552CD28ABCA}" srcOrd="2" destOrd="0" presId="urn:microsoft.com/office/officeart/2005/8/layout/orgChart1"/>
    <dgm:cxn modelId="{2EB31275-3758-413B-9AB0-AD3D37E6560F}" type="presParOf" srcId="{C33E1EA5-DE90-4AF6-9F57-B7574C493701}" destId="{4D4C8CF4-CD62-4E09-96BF-951521825920}" srcOrd="3" destOrd="0" presId="urn:microsoft.com/office/officeart/2005/8/layout/orgChart1"/>
    <dgm:cxn modelId="{57EDDC58-D951-49A8-A431-E9170ECDFA75}" type="presParOf" srcId="{4D4C8CF4-CD62-4E09-96BF-951521825920}" destId="{3ACADD2F-1EE8-4CAD-98EA-9BB1F0B40E6C}" srcOrd="0" destOrd="0" presId="urn:microsoft.com/office/officeart/2005/8/layout/orgChart1"/>
    <dgm:cxn modelId="{4B76B852-46A6-4A73-B97F-DE6FD4CC319D}" type="presParOf" srcId="{3ACADD2F-1EE8-4CAD-98EA-9BB1F0B40E6C}" destId="{8BF4B506-FE77-4067-8917-7A83F7E9B867}" srcOrd="0" destOrd="0" presId="urn:microsoft.com/office/officeart/2005/8/layout/orgChart1"/>
    <dgm:cxn modelId="{4B4AA26B-A441-4CA1-B065-27208D628D01}" type="presParOf" srcId="{3ACADD2F-1EE8-4CAD-98EA-9BB1F0B40E6C}" destId="{71C845D1-788A-43CF-9323-905FF6EF4FB6}" srcOrd="1" destOrd="0" presId="urn:microsoft.com/office/officeart/2005/8/layout/orgChart1"/>
    <dgm:cxn modelId="{C84A75DC-4992-4D63-9028-26CDAA434D00}" type="presParOf" srcId="{4D4C8CF4-CD62-4E09-96BF-951521825920}" destId="{DA3AFFA7-019E-405B-996C-5749B1A11AA3}" srcOrd="1" destOrd="0" presId="urn:microsoft.com/office/officeart/2005/8/layout/orgChart1"/>
    <dgm:cxn modelId="{5445ABE7-9F76-4168-9C5D-A481049A4C97}" type="presParOf" srcId="{4D4C8CF4-CD62-4E09-96BF-951521825920}" destId="{040BA79F-BB97-4FC2-B850-F8FF3462BF43}" srcOrd="2" destOrd="0" presId="urn:microsoft.com/office/officeart/2005/8/layout/orgChart1"/>
    <dgm:cxn modelId="{8552BDEB-E80C-4B47-8027-5D37ED2704B8}" type="presParOf" srcId="{C33E1EA5-DE90-4AF6-9F57-B7574C493701}" destId="{37ED958F-5F6D-4B8C-A254-759F29E91238}" srcOrd="4" destOrd="0" presId="urn:microsoft.com/office/officeart/2005/8/layout/orgChart1"/>
    <dgm:cxn modelId="{BBFC24B8-73D2-4A02-BDD0-C811F5B08B57}" type="presParOf" srcId="{C33E1EA5-DE90-4AF6-9F57-B7574C493701}" destId="{A01B2CD3-A563-450A-A584-21D5D9BBA6DB}" srcOrd="5" destOrd="0" presId="urn:microsoft.com/office/officeart/2005/8/layout/orgChart1"/>
    <dgm:cxn modelId="{03FDE14A-C193-4588-ABAB-E6367DE60808}" type="presParOf" srcId="{A01B2CD3-A563-450A-A584-21D5D9BBA6DB}" destId="{211BFCF9-C36B-4531-8893-7906B8A9A1B6}" srcOrd="0" destOrd="0" presId="urn:microsoft.com/office/officeart/2005/8/layout/orgChart1"/>
    <dgm:cxn modelId="{CEB7A0D1-3129-4E14-8205-4E0DE349D772}" type="presParOf" srcId="{211BFCF9-C36B-4531-8893-7906B8A9A1B6}" destId="{C918937E-04DB-4FA5-8F1F-E37E16F1CAA5}" srcOrd="0" destOrd="0" presId="urn:microsoft.com/office/officeart/2005/8/layout/orgChart1"/>
    <dgm:cxn modelId="{93BA2F2C-327D-4F68-8E3F-3EF16C69B475}" type="presParOf" srcId="{211BFCF9-C36B-4531-8893-7906B8A9A1B6}" destId="{94285F73-1A6D-4134-B586-5C63AB861CD8}" srcOrd="1" destOrd="0" presId="urn:microsoft.com/office/officeart/2005/8/layout/orgChart1"/>
    <dgm:cxn modelId="{9FB0DFEE-4D36-46F3-BA29-A191E43F5D18}" type="presParOf" srcId="{A01B2CD3-A563-450A-A584-21D5D9BBA6DB}" destId="{DF0198A5-934D-4DF0-8371-E2139C6AD433}" srcOrd="1" destOrd="0" presId="urn:microsoft.com/office/officeart/2005/8/layout/orgChart1"/>
    <dgm:cxn modelId="{088030B5-91EE-4EAC-B676-15A0879E60AC}" type="presParOf" srcId="{A01B2CD3-A563-450A-A584-21D5D9BBA6DB}" destId="{32F96929-9C0F-423C-A878-7FC695AD1A84}" srcOrd="2" destOrd="0" presId="urn:microsoft.com/office/officeart/2005/8/layout/orgChart1"/>
    <dgm:cxn modelId="{99BF4A6D-1866-4C32-82C9-31ADCFA607D4}" type="presParOf" srcId="{F21CF015-8A9B-467A-8A27-A06C9C70BDCF}" destId="{F1AD796D-06F6-459D-A36E-994249626A24}" srcOrd="2" destOrd="0" presId="urn:microsoft.com/office/officeart/2005/8/layout/orgChart1"/>
    <dgm:cxn modelId="{143AAFB9-85F5-4B14-B7E1-42BAC4E412DC}" type="presParOf" srcId="{3D318297-12E1-45C1-AB92-061C6CF3DBCF}" destId="{C547FC25-173D-4A1B-84C7-CA5F6EA6570D}" srcOrd="4" destOrd="0" presId="urn:microsoft.com/office/officeart/2005/8/layout/orgChart1"/>
    <dgm:cxn modelId="{1682791B-9650-4982-B689-A4CEF4983B34}" type="presParOf" srcId="{3D318297-12E1-45C1-AB92-061C6CF3DBCF}" destId="{41A20E20-1443-4DCD-94FA-3CC1DBA94D80}" srcOrd="5" destOrd="0" presId="urn:microsoft.com/office/officeart/2005/8/layout/orgChart1"/>
    <dgm:cxn modelId="{D013D2E0-1054-45D0-B65D-8C00162E72BE}" type="presParOf" srcId="{41A20E20-1443-4DCD-94FA-3CC1DBA94D80}" destId="{0C73033E-9EF2-4F7B-9056-E01694A747F3}" srcOrd="0" destOrd="0" presId="urn:microsoft.com/office/officeart/2005/8/layout/orgChart1"/>
    <dgm:cxn modelId="{FEACF1C6-78AF-48B5-B4F8-906714F4948F}" type="presParOf" srcId="{0C73033E-9EF2-4F7B-9056-E01694A747F3}" destId="{4AC13D3A-0ED8-48A6-81C6-919C03030799}" srcOrd="0" destOrd="0" presId="urn:microsoft.com/office/officeart/2005/8/layout/orgChart1"/>
    <dgm:cxn modelId="{533950B1-5DDA-45D7-8F7F-030080118CF1}" type="presParOf" srcId="{0C73033E-9EF2-4F7B-9056-E01694A747F3}" destId="{FB4AB728-12C3-463B-87BF-1672161B60A7}" srcOrd="1" destOrd="0" presId="urn:microsoft.com/office/officeart/2005/8/layout/orgChart1"/>
    <dgm:cxn modelId="{7A4CC4AF-8ECD-490C-BA9C-7E6E007E668D}" type="presParOf" srcId="{41A20E20-1443-4DCD-94FA-3CC1DBA94D80}" destId="{046A00A9-FC57-48D6-B616-6258BB6FF381}" srcOrd="1" destOrd="0" presId="urn:microsoft.com/office/officeart/2005/8/layout/orgChart1"/>
    <dgm:cxn modelId="{CDAB3A66-799E-48EE-BED7-E25F7CB2BF60}" type="presParOf" srcId="{046A00A9-FC57-48D6-B616-6258BB6FF381}" destId="{2B5D5CEA-4E81-4E6E-A442-1D6989C5F9EC}" srcOrd="0" destOrd="0" presId="urn:microsoft.com/office/officeart/2005/8/layout/orgChart1"/>
    <dgm:cxn modelId="{A23A31DB-FF9C-452E-B42E-2B46FA804D79}" type="presParOf" srcId="{046A00A9-FC57-48D6-B616-6258BB6FF381}" destId="{0D350CBF-F3F5-4C63-9F03-433808016B5D}" srcOrd="1" destOrd="0" presId="urn:microsoft.com/office/officeart/2005/8/layout/orgChart1"/>
    <dgm:cxn modelId="{66CE701D-2C2E-4AAC-B061-5A933081A578}" type="presParOf" srcId="{0D350CBF-F3F5-4C63-9F03-433808016B5D}" destId="{BBAA9659-00C6-49D8-BB16-01DAF1F46D66}" srcOrd="0" destOrd="0" presId="urn:microsoft.com/office/officeart/2005/8/layout/orgChart1"/>
    <dgm:cxn modelId="{F571E468-6453-4254-B604-8CB3A2608415}" type="presParOf" srcId="{BBAA9659-00C6-49D8-BB16-01DAF1F46D66}" destId="{E5ACDA68-CD03-4AD4-BBC1-45205B57E13F}" srcOrd="0" destOrd="0" presId="urn:microsoft.com/office/officeart/2005/8/layout/orgChart1"/>
    <dgm:cxn modelId="{6CB332F7-ACFD-4A02-9EA2-7A5E831B05A3}" type="presParOf" srcId="{BBAA9659-00C6-49D8-BB16-01DAF1F46D66}" destId="{52060BB9-204E-4418-A9ED-0AA18CD3C973}" srcOrd="1" destOrd="0" presId="urn:microsoft.com/office/officeart/2005/8/layout/orgChart1"/>
    <dgm:cxn modelId="{C136B113-0A87-4A33-85C8-8CE209D1C61A}" type="presParOf" srcId="{0D350CBF-F3F5-4C63-9F03-433808016B5D}" destId="{CE02903B-0737-4743-9FDD-DB0A7B4670FC}" srcOrd="1" destOrd="0" presId="urn:microsoft.com/office/officeart/2005/8/layout/orgChart1"/>
    <dgm:cxn modelId="{73A881B1-7EF0-44F4-BF2A-C9D0FBC85E5C}" type="presParOf" srcId="{0D350CBF-F3F5-4C63-9F03-433808016B5D}" destId="{4F3EA3AF-EB76-4B16-BD4A-D4B4B099F207}" srcOrd="2" destOrd="0" presId="urn:microsoft.com/office/officeart/2005/8/layout/orgChart1"/>
    <dgm:cxn modelId="{60D02035-9D65-4098-94B2-A8BFE5491496}" type="presParOf" srcId="{046A00A9-FC57-48D6-B616-6258BB6FF381}" destId="{82036FAB-49FF-41A4-A4C0-1E34CD8EBC8B}" srcOrd="2" destOrd="0" presId="urn:microsoft.com/office/officeart/2005/8/layout/orgChart1"/>
    <dgm:cxn modelId="{37BA07BA-1029-4241-8BF4-1B771A0A1DCD}" type="presParOf" srcId="{046A00A9-FC57-48D6-B616-6258BB6FF381}" destId="{CDB6FCEC-6187-4BA4-9E39-9C15E62A89ED}" srcOrd="3" destOrd="0" presId="urn:microsoft.com/office/officeart/2005/8/layout/orgChart1"/>
    <dgm:cxn modelId="{1AE7AB13-1148-49C4-9E8A-296A02D71435}" type="presParOf" srcId="{CDB6FCEC-6187-4BA4-9E39-9C15E62A89ED}" destId="{DD42CC79-87DA-4F68-8C83-4C16781B075E}" srcOrd="0" destOrd="0" presId="urn:microsoft.com/office/officeart/2005/8/layout/orgChart1"/>
    <dgm:cxn modelId="{B0AA1B92-8514-4BA1-B346-916D40694678}" type="presParOf" srcId="{DD42CC79-87DA-4F68-8C83-4C16781B075E}" destId="{9E25D4EC-7FE1-402D-983D-ACACE86EC2C3}" srcOrd="0" destOrd="0" presId="urn:microsoft.com/office/officeart/2005/8/layout/orgChart1"/>
    <dgm:cxn modelId="{57CD74B7-357B-4887-9321-E4ACD75B13CF}" type="presParOf" srcId="{DD42CC79-87DA-4F68-8C83-4C16781B075E}" destId="{8DACC6A8-3836-4491-8D06-BBF5984DBBCD}" srcOrd="1" destOrd="0" presId="urn:microsoft.com/office/officeart/2005/8/layout/orgChart1"/>
    <dgm:cxn modelId="{FF3B2E06-DD1C-454A-87FF-0A6E27B31C84}" type="presParOf" srcId="{CDB6FCEC-6187-4BA4-9E39-9C15E62A89ED}" destId="{BF5FCF10-D768-47A4-8407-9BC69DE1D85A}" srcOrd="1" destOrd="0" presId="urn:microsoft.com/office/officeart/2005/8/layout/orgChart1"/>
    <dgm:cxn modelId="{0CCEE6B9-CB72-45EF-BE6D-C181B72CE2E4}" type="presParOf" srcId="{CDB6FCEC-6187-4BA4-9E39-9C15E62A89ED}" destId="{77BCB7C8-4EC4-4949-A28D-D15757393F2B}" srcOrd="2" destOrd="0" presId="urn:microsoft.com/office/officeart/2005/8/layout/orgChart1"/>
    <dgm:cxn modelId="{BA086D77-2924-4E67-BCFD-4919A6F2B8ED}" type="presParOf" srcId="{41A20E20-1443-4DCD-94FA-3CC1DBA94D80}" destId="{3941D633-7358-4158-9D87-AC8F34E42173}" srcOrd="2" destOrd="0" presId="urn:microsoft.com/office/officeart/2005/8/layout/orgChart1"/>
    <dgm:cxn modelId="{9A857E80-FB15-4172-82E6-B35361443233}" type="presParOf" srcId="{7FA32FD5-2C03-4214-868E-52EAA97A19EC}" destId="{DB296DC9-33EC-48C5-81F3-886810DBFD2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036FAB-49FF-41A4-A4C0-1E34CD8EBC8B}">
      <dsp:nvSpPr>
        <dsp:cNvPr id="0" name=""/>
        <dsp:cNvSpPr/>
      </dsp:nvSpPr>
      <dsp:spPr>
        <a:xfrm>
          <a:off x="5175225" y="1963109"/>
          <a:ext cx="243333" cy="18980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8005"/>
              </a:lnTo>
              <a:lnTo>
                <a:pt x="243333" y="1898005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5D5CEA-4E81-4E6E-A442-1D6989C5F9EC}">
      <dsp:nvSpPr>
        <dsp:cNvPr id="0" name=""/>
        <dsp:cNvSpPr/>
      </dsp:nvSpPr>
      <dsp:spPr>
        <a:xfrm>
          <a:off x="5175225" y="1963109"/>
          <a:ext cx="243333" cy="7462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46224"/>
              </a:lnTo>
              <a:lnTo>
                <a:pt x="243333" y="74622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47FC25-173D-4A1B-84C7-CA5F6EA6570D}">
      <dsp:nvSpPr>
        <dsp:cNvPr id="0" name=""/>
        <dsp:cNvSpPr/>
      </dsp:nvSpPr>
      <dsp:spPr>
        <a:xfrm>
          <a:off x="3861221" y="811328"/>
          <a:ext cx="1962894" cy="3406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333"/>
              </a:lnTo>
              <a:lnTo>
                <a:pt x="1962894" y="170333"/>
              </a:lnTo>
              <a:lnTo>
                <a:pt x="1962894" y="34066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ED958F-5F6D-4B8C-A254-759F29E91238}">
      <dsp:nvSpPr>
        <dsp:cNvPr id="0" name=""/>
        <dsp:cNvSpPr/>
      </dsp:nvSpPr>
      <dsp:spPr>
        <a:xfrm>
          <a:off x="3212331" y="1963109"/>
          <a:ext cx="243333" cy="3049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49785"/>
              </a:lnTo>
              <a:lnTo>
                <a:pt x="243333" y="3049785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FAA7A3-535C-43F7-8D00-7552CD28ABCA}">
      <dsp:nvSpPr>
        <dsp:cNvPr id="0" name=""/>
        <dsp:cNvSpPr/>
      </dsp:nvSpPr>
      <dsp:spPr>
        <a:xfrm>
          <a:off x="3212331" y="1963109"/>
          <a:ext cx="243333" cy="18980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8005"/>
              </a:lnTo>
              <a:lnTo>
                <a:pt x="243333" y="1898005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F90992-0081-42A2-91F9-52F4B782EFC1}">
      <dsp:nvSpPr>
        <dsp:cNvPr id="0" name=""/>
        <dsp:cNvSpPr/>
      </dsp:nvSpPr>
      <dsp:spPr>
        <a:xfrm>
          <a:off x="3212331" y="1963109"/>
          <a:ext cx="243333" cy="7462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46224"/>
              </a:lnTo>
              <a:lnTo>
                <a:pt x="243333" y="74622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C2D7FC-209B-44F4-B49B-1743606D6779}">
      <dsp:nvSpPr>
        <dsp:cNvPr id="0" name=""/>
        <dsp:cNvSpPr/>
      </dsp:nvSpPr>
      <dsp:spPr>
        <a:xfrm>
          <a:off x="3815501" y="811328"/>
          <a:ext cx="91440" cy="3406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066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B51CF4-1011-4FE4-975B-970530944C02}">
      <dsp:nvSpPr>
        <dsp:cNvPr id="0" name=""/>
        <dsp:cNvSpPr/>
      </dsp:nvSpPr>
      <dsp:spPr>
        <a:xfrm>
          <a:off x="1249436" y="1963109"/>
          <a:ext cx="243333" cy="3049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49785"/>
              </a:lnTo>
              <a:lnTo>
                <a:pt x="243333" y="3049785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6F5F4A-7330-4C5C-AB1A-08C34736FC65}">
      <dsp:nvSpPr>
        <dsp:cNvPr id="0" name=""/>
        <dsp:cNvSpPr/>
      </dsp:nvSpPr>
      <dsp:spPr>
        <a:xfrm>
          <a:off x="1249436" y="1963109"/>
          <a:ext cx="243333" cy="18980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8005"/>
              </a:lnTo>
              <a:lnTo>
                <a:pt x="243333" y="1898005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726245-9F8E-48DB-87DB-8B6E29EF06C5}">
      <dsp:nvSpPr>
        <dsp:cNvPr id="0" name=""/>
        <dsp:cNvSpPr/>
      </dsp:nvSpPr>
      <dsp:spPr>
        <a:xfrm>
          <a:off x="1249436" y="1963109"/>
          <a:ext cx="243333" cy="7462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46224"/>
              </a:lnTo>
              <a:lnTo>
                <a:pt x="243333" y="74622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5CCF79-7307-4FFA-AFEB-45C70DC3B314}">
      <dsp:nvSpPr>
        <dsp:cNvPr id="0" name=""/>
        <dsp:cNvSpPr/>
      </dsp:nvSpPr>
      <dsp:spPr>
        <a:xfrm>
          <a:off x="1898327" y="811328"/>
          <a:ext cx="1962894" cy="340667"/>
        </a:xfrm>
        <a:custGeom>
          <a:avLst/>
          <a:gdLst/>
          <a:ahLst/>
          <a:cxnLst/>
          <a:rect l="0" t="0" r="0" b="0"/>
          <a:pathLst>
            <a:path>
              <a:moveTo>
                <a:pt x="1962894" y="0"/>
              </a:moveTo>
              <a:lnTo>
                <a:pt x="1962894" y="170333"/>
              </a:lnTo>
              <a:lnTo>
                <a:pt x="0" y="170333"/>
              </a:lnTo>
              <a:lnTo>
                <a:pt x="0" y="34066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B6C4D6-DB85-4367-AABA-05CB53957BED}">
      <dsp:nvSpPr>
        <dsp:cNvPr id="0" name=""/>
        <dsp:cNvSpPr/>
      </dsp:nvSpPr>
      <dsp:spPr>
        <a:xfrm>
          <a:off x="3050108" y="215"/>
          <a:ext cx="1622226" cy="811113"/>
        </a:xfrm>
        <a:prstGeom prst="roundRect">
          <a:avLst/>
        </a:prstGeom>
        <a:solidFill>
          <a:schemeClr val="tx1">
            <a:lumMod val="75000"/>
            <a:lumOff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Curriculum</a:t>
          </a:r>
          <a:endParaRPr lang="en-US" sz="24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89703" y="39810"/>
        <a:ext cx="1543036" cy="731923"/>
      </dsp:txXfrm>
    </dsp:sp>
    <dsp:sp modelId="{51F03882-54EB-4BD8-8205-494B9964EEDB}">
      <dsp:nvSpPr>
        <dsp:cNvPr id="0" name=""/>
        <dsp:cNvSpPr/>
      </dsp:nvSpPr>
      <dsp:spPr>
        <a:xfrm>
          <a:off x="1087214" y="1151996"/>
          <a:ext cx="1622226" cy="81111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First Semester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26809" y="1191591"/>
        <a:ext cx="1543036" cy="731923"/>
      </dsp:txXfrm>
    </dsp:sp>
    <dsp:sp modelId="{E9588AC1-C7CF-4C0E-8D3A-55FE08ACB2E6}">
      <dsp:nvSpPr>
        <dsp:cNvPr id="0" name=""/>
        <dsp:cNvSpPr/>
      </dsp:nvSpPr>
      <dsp:spPr>
        <a:xfrm>
          <a:off x="1492770" y="2303776"/>
          <a:ext cx="1622226" cy="811113"/>
        </a:xfrm>
        <a:prstGeom prst="round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Foundations of Data Science</a:t>
          </a:r>
          <a:endParaRPr lang="en-US" sz="16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32365" y="2343371"/>
        <a:ext cx="1543036" cy="731923"/>
      </dsp:txXfrm>
    </dsp:sp>
    <dsp:sp modelId="{757D3D22-146D-4A09-8EDC-CD48621EA6EC}">
      <dsp:nvSpPr>
        <dsp:cNvPr id="0" name=""/>
        <dsp:cNvSpPr/>
      </dsp:nvSpPr>
      <dsp:spPr>
        <a:xfrm>
          <a:off x="1492770" y="3455557"/>
          <a:ext cx="1622226" cy="811113"/>
        </a:xfrm>
        <a:prstGeom prst="round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Analytics and Visualization</a:t>
          </a:r>
          <a:endParaRPr lang="en-US" sz="16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32365" y="3495152"/>
        <a:ext cx="1543036" cy="731923"/>
      </dsp:txXfrm>
    </dsp:sp>
    <dsp:sp modelId="{E1636178-2DC3-49A4-A7FB-714B8EAF9E81}">
      <dsp:nvSpPr>
        <dsp:cNvPr id="0" name=""/>
        <dsp:cNvSpPr/>
      </dsp:nvSpPr>
      <dsp:spPr>
        <a:xfrm>
          <a:off x="1492770" y="4607338"/>
          <a:ext cx="1622226" cy="811113"/>
        </a:xfrm>
        <a:prstGeom prst="round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Soft Skills for Effective Teamwork</a:t>
          </a:r>
          <a:endParaRPr lang="en-US" sz="16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32365" y="4646933"/>
        <a:ext cx="1543036" cy="731923"/>
      </dsp:txXfrm>
    </dsp:sp>
    <dsp:sp modelId="{8ABA44C5-453E-4ECD-AC7F-27BA7C97CAD5}">
      <dsp:nvSpPr>
        <dsp:cNvPr id="0" name=""/>
        <dsp:cNvSpPr/>
      </dsp:nvSpPr>
      <dsp:spPr>
        <a:xfrm>
          <a:off x="3050108" y="1151996"/>
          <a:ext cx="1622226" cy="81111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Second Semester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89703" y="1191591"/>
        <a:ext cx="1543036" cy="731923"/>
      </dsp:txXfrm>
    </dsp:sp>
    <dsp:sp modelId="{31AD4FA1-550C-4A6A-873E-617F527E906B}">
      <dsp:nvSpPr>
        <dsp:cNvPr id="0" name=""/>
        <dsp:cNvSpPr/>
      </dsp:nvSpPr>
      <dsp:spPr>
        <a:xfrm>
          <a:off x="3455665" y="2303776"/>
          <a:ext cx="1622226" cy="811113"/>
        </a:xfrm>
        <a:prstGeom prst="roundRect">
          <a:avLst/>
        </a:prstGeom>
        <a:solidFill>
          <a:schemeClr val="accent3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Applied Data Science and Machine Learning</a:t>
          </a:r>
          <a:endParaRPr lang="en-US" sz="16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95260" y="2343371"/>
        <a:ext cx="1543036" cy="731923"/>
      </dsp:txXfrm>
    </dsp:sp>
    <dsp:sp modelId="{8BF4B506-FE77-4067-8917-7A83F7E9B867}">
      <dsp:nvSpPr>
        <dsp:cNvPr id="0" name=""/>
        <dsp:cNvSpPr/>
      </dsp:nvSpPr>
      <dsp:spPr>
        <a:xfrm>
          <a:off x="3455665" y="3455557"/>
          <a:ext cx="1622226" cy="811113"/>
        </a:xfrm>
        <a:prstGeom prst="roundRect">
          <a:avLst/>
        </a:prstGeom>
        <a:solidFill>
          <a:schemeClr val="accent3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Business Strategy and Problem-Solving</a:t>
          </a:r>
          <a:endParaRPr lang="en-US" sz="16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95260" y="3495152"/>
        <a:ext cx="1543036" cy="731923"/>
      </dsp:txXfrm>
    </dsp:sp>
    <dsp:sp modelId="{C918937E-04DB-4FA5-8F1F-E37E16F1CAA5}">
      <dsp:nvSpPr>
        <dsp:cNvPr id="0" name=""/>
        <dsp:cNvSpPr/>
      </dsp:nvSpPr>
      <dsp:spPr>
        <a:xfrm>
          <a:off x="3455665" y="4607338"/>
          <a:ext cx="1622226" cy="811113"/>
        </a:xfrm>
        <a:prstGeom prst="roundRect">
          <a:avLst/>
        </a:prstGeom>
        <a:solidFill>
          <a:schemeClr val="accent3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Leadership and Communication in the Workplace</a:t>
          </a:r>
          <a:endParaRPr lang="en-US" sz="16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95260" y="4646933"/>
        <a:ext cx="1543036" cy="731923"/>
      </dsp:txXfrm>
    </dsp:sp>
    <dsp:sp modelId="{4AC13D3A-0ED8-48A6-81C6-919C03030799}">
      <dsp:nvSpPr>
        <dsp:cNvPr id="0" name=""/>
        <dsp:cNvSpPr/>
      </dsp:nvSpPr>
      <dsp:spPr>
        <a:xfrm>
          <a:off x="5013002" y="1151996"/>
          <a:ext cx="1622226" cy="81111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Third Semester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52597" y="1191591"/>
        <a:ext cx="1543036" cy="731923"/>
      </dsp:txXfrm>
    </dsp:sp>
    <dsp:sp modelId="{E5ACDA68-CD03-4AD4-BBC1-45205B57E13F}">
      <dsp:nvSpPr>
        <dsp:cNvPr id="0" name=""/>
        <dsp:cNvSpPr/>
      </dsp:nvSpPr>
      <dsp:spPr>
        <a:xfrm>
          <a:off x="5418559" y="2303776"/>
          <a:ext cx="1622226" cy="811113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Advanced Topics in Artificial Intelligence</a:t>
          </a:r>
          <a:endParaRPr lang="en-US" sz="16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58154" y="2343371"/>
        <a:ext cx="1543036" cy="731923"/>
      </dsp:txXfrm>
    </dsp:sp>
    <dsp:sp modelId="{9E25D4EC-7FE1-402D-983D-ACACE86EC2C3}">
      <dsp:nvSpPr>
        <dsp:cNvPr id="0" name=""/>
        <dsp:cNvSpPr/>
      </dsp:nvSpPr>
      <dsp:spPr>
        <a:xfrm>
          <a:off x="5418559" y="3455557"/>
          <a:ext cx="1622226" cy="811113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Advanced Skills for Project Management</a:t>
          </a:r>
          <a:endParaRPr lang="en-US" sz="16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58154" y="3495152"/>
        <a:ext cx="1543036" cy="7319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4797-7565-4360-9303-4514BF1958DC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536A-E60C-4CAE-B662-F2B95689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63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4797-7565-4360-9303-4514BF1958DC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536A-E60C-4CAE-B662-F2B95689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301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4797-7565-4360-9303-4514BF1958DC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536A-E60C-4CAE-B662-F2B95689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95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4797-7565-4360-9303-4514BF1958DC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536A-E60C-4CAE-B662-F2B95689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66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4797-7565-4360-9303-4514BF1958DC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536A-E60C-4CAE-B662-F2B95689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71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4797-7565-4360-9303-4514BF1958DC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536A-E60C-4CAE-B662-F2B95689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22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4797-7565-4360-9303-4514BF1958DC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536A-E60C-4CAE-B662-F2B95689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0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4797-7565-4360-9303-4514BF1958DC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536A-E60C-4CAE-B662-F2B95689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58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4797-7565-4360-9303-4514BF1958DC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536A-E60C-4CAE-B662-F2B95689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854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4797-7565-4360-9303-4514BF1958DC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536A-E60C-4CAE-B662-F2B95689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833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24797-7565-4360-9303-4514BF1958DC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1536A-E60C-4CAE-B662-F2B95689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42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24797-7565-4360-9303-4514BF1958DC}" type="datetimeFigureOut">
              <a:rPr lang="en-US" smtClean="0"/>
              <a:t>4/8/2023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1536A-E60C-4CAE-B662-F2B95689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8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87581632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7512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46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</dc:creator>
  <cp:lastModifiedBy>Ali</cp:lastModifiedBy>
  <cp:revision>6</cp:revision>
  <dcterms:created xsi:type="dcterms:W3CDTF">2023-04-09T03:03:28Z</dcterms:created>
  <dcterms:modified xsi:type="dcterms:W3CDTF">2023-04-09T03:35:21Z</dcterms:modified>
</cp:coreProperties>
</file>